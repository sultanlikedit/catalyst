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8" r:id="rId6"/>
    <p:sldId id="259" r:id="rId7"/>
    <p:sldId id="260" r:id="rId8"/>
    <p:sldId id="261" r:id="rId9"/>
    <p:sldId id="264" r:id="rId10"/>
    <p:sldId id="263" r:id="rId11"/>
  </p:sldIdLst>
  <p:sldSz cx="18288000" cy="10287000"/>
  <p:notesSz cx="6858000" cy="9144000"/>
  <p:embeddedFontLst>
    <p:embeddedFont>
      <p:font typeface="Poppins" panose="00000500000000000000" pitchFamily="2" charset="-94"/>
      <p:regular r:id="rId12"/>
      <p:bold r:id="rId13"/>
      <p:italic r:id="rId14"/>
      <p:boldItalic r:id="rId15"/>
    </p:embeddedFont>
    <p:embeddedFont>
      <p:font typeface="Poppins Bold" panose="00000800000000000000" charset="0"/>
      <p:regular r:id="rId16"/>
      <p:bold r:id="rId17"/>
      <p:italic r:id="rId18"/>
      <p:boldItalic r:id="rId19"/>
    </p:embeddedFont>
    <p:embeddedFont>
      <p:font typeface="Poppins Semi-Bold" panose="020B0604020202020204" charset="-94"/>
      <p:regular r:id="rId20"/>
      <p:bold r:id="rId21"/>
      <p:italic r:id="rId22"/>
      <p:boldItalic r:id="rId23"/>
    </p:embeddedFont>
    <p:embeddedFont>
      <p:font typeface="Poppins Thin" panose="00000300000000000000" pitchFamily="2" charset="-94"/>
      <p:regular r:id="rId24"/>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26" autoAdjust="0"/>
  </p:normalViewPr>
  <p:slideViewPr>
    <p:cSldViewPr>
      <p:cViewPr varScale="1">
        <p:scale>
          <a:sx n="60" d="100"/>
          <a:sy n="60" d="100"/>
        </p:scale>
        <p:origin x="39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font" Target="fonts/font1.fntdata"/><Relationship Id="rId13" Type="http://schemas.openxmlformats.org/officeDocument/2006/relationships/font" Target="fonts/font2.fntdata"/><Relationship Id="rId14" Type="http://schemas.openxmlformats.org/officeDocument/2006/relationships/font" Target="fonts/font3.fntdata"/><Relationship Id="rId15" Type="http://schemas.openxmlformats.org/officeDocument/2006/relationships/font" Target="fonts/font4.fntdata"/><Relationship Id="rId16" Type="http://schemas.openxmlformats.org/officeDocument/2006/relationships/font" Target="fonts/font5.fntdata"/><Relationship Id="rId17" Type="http://schemas.openxmlformats.org/officeDocument/2006/relationships/font" Target="fonts/font6.fntdata"/><Relationship Id="rId18" Type="http://schemas.openxmlformats.org/officeDocument/2006/relationships/font" Target="fonts/font7.fntdata"/><Relationship Id="rId19" Type="http://schemas.openxmlformats.org/officeDocument/2006/relationships/font" Target="fonts/font8.fntdata"/><Relationship Id="rId20" Type="http://schemas.openxmlformats.org/officeDocument/2006/relationships/font" Target="fonts/font9.fntdata"/><Relationship Id="rId21" Type="http://schemas.openxmlformats.org/officeDocument/2006/relationships/font" Target="fonts/font10.fntdata"/><Relationship Id="rId22" Type="http://schemas.openxmlformats.org/officeDocument/2006/relationships/font" Target="fonts/font11.fntdata"/><Relationship Id="rId23" Type="http://schemas.openxmlformats.org/officeDocument/2006/relationships/font" Target="fonts/font12.fntdata"/><Relationship Id="rId24" Type="http://schemas.openxmlformats.org/officeDocument/2006/relationships/font" Target="fonts/font13.fntdata"/><Relationship Id="rId25" Type="http://schemas.openxmlformats.org/officeDocument/2006/relationships/font" Target="fonts/font14.fntdata"/><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Catalyst, komponent envanteri için karar destek platformu. Filo yüzde 67 büyürken talep yüzde 63 ile 68 arası artıyor. Asıl kırılma büyümede değil, talebin yer değiştirmesinde. Bütün sayılar üç resmi veri setinden geliyor ve yeniden üretilebilir.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dört sayıyla anlatılıyor. Talep yüzde 63 ile 68 arası artıyor ama asıl kırılma dağılımda: yeni nesil payı 34’ten 65’e çıkıyor ve bu parçaların geçmiş verisi yok. 72 parçanın stoğu bitmek üzere, açık siparişi bile yok, 11’i uçağı yerde bırakır. Kapatma maliyeti yalnızca 0,7 milyon dolar, yani sorun para değil süreç. İstasyon tablosu yapının dağıldığını gösteriyor: İGA uçak yükü yüzde 52, İzmir yüzde 82 artıyor, merkezi depo varsayımı 2033’te geçerli değil. Kategoriler de farklı hızda büyüyor, yüzde 40’a karşı yüzde 91, tek katsayıyla plan yapılamaz.</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Altı adımı üç fazda anlatıyoruz: görünürlük, öngörü, aksiyon. Geçiş tarihe değil ölçüte bağlı. Mevcut sistemlere hiçbir şey yazmıyoruz, kurulum riski taşımıyor. Kayıtlar birleşince gerçek tamir süreleri olaylardan ölçülür. Tahmin gruba göre yöntem seçer, geçmişi olmayan parça benzerinden başlar. Alarm önerisiyle gelir, min-max kendini günceller. Aksiyonlar süre ve maliyet puanıyla sıralanır. En alttaki şerit yol haritası: acil getirim, bekleme penceresi bakımı, eşzamanlı bakımda parça değişimi, geri bildirimle öğrenen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Beş ekranı canlı gösteriyoruz. Dashboard tek bir HTML dosyası, USB’den açılıyor ve salon ağına ihtiyaç duymuyor. Her sayı koddan yeniden üretilebiliyor. Demo akışı: karar merkezindeki pencere alarmından watchlist’e, oradan parça detayına, sonra harita ve senaryoya.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Solda tahmin motoru: 1, 5 ve 10 yıllık ufuk. Akış dört adım: istatistik tabanı, AI düzeltmesi, insan onayı, geri bildirim. Kabul oranı modeli eğitir, eşik geçilmeden otomasyon yok. Doğrulama üç sayı: float yüzde 97, geri test binde 4, simülasyon yüzde 99,5. Sağda Copilot vizyonu sohbet maketiyle: uçak sorulur, cevap dashboard verisinden gelir, öneri gerekçesiyle birlikte. Her cevap loglanır ve merkezi rapor formatına düşer, mimari mikroservis. Copilot bugün prototipte yok, ikinci faz vizyonudur ve bunu açıkça söylüyoruz.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Üç sütun üç sayıyla konuşuyor. Öncelik: üç para akışı 67,8, 23,3’ten 39’a ve 52 milyon dolar; kabiliyet yatırımı yılda 12,1 milyon getiriyor; bütçe optimizasyonu her alımı harcanan dolar başına kapanan riske göre sıralıyor ve ilk milyonlar en çok işe yarıyor. Kriz: motor ailesi krizi tek tıkla deneniyor, kırmızı 134’ten 477’ye çıkıyor, simülasyon 796 parça ve 39,4 milyon ek ihtiyaç gösteriyor; kütüphanede pandemi, OEM gecikmesi, lojistik ve kur şoku hazır. Başarı: siparişsiz kritik parça sıfıra iner, yerde bekleyen uçak oranı düşer, servis stok şişirerek değil tedarik süresi kısaltarak korunur.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Kapanış cümlesini söyleyip risk paneline bir cümleyle değiniyoruz: riskleri biliyoruz ve her birinin karşılığı tasarımda var. Sonra sorulara geçiyoruz. Resmi yedi sorunun slayt eşlemesi SUNUM_KILAVUZU içinde, hazır cevaplar el notunun ikinci sayfasında.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9.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5.png"/><Relationship Id="rId6"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40C4AC15-954A-44BC-9468-D5B2235FAA48}"/>
              </a:ext>
            </a:extLst>
          </p:cNvPr>
          <p:cNvSpPr/>
          <p:nvPr userDrawn="1"/>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2" name="Title 1">
            <a:extLst>
              <a:ext uri="{FF2B5EF4-FFF2-40B4-BE49-F238E27FC236}">
                <a16:creationId xmlns:a16="http://schemas.microsoft.com/office/drawing/2014/main" id="{769AADC2-1C3F-460C-A6B0-A4C520D8B255}"/>
              </a:ext>
            </a:extLst>
          </p:cNvPr>
          <p:cNvSpPr>
            <a:spLocks noGrp="1"/>
          </p:cNvSpPr>
          <p:nvPr>
            <p:ph type="title"/>
          </p:nvPr>
        </p:nvSpPr>
        <p:spPr>
          <a:xfrm>
            <a:off x="9216675" y="4552950"/>
            <a:ext cx="8229600" cy="1143000"/>
          </a:xfrm>
        </p:spPr>
        <p:txBody>
          <a:bodyPr/>
          <a:lstStyle>
            <a:lvl1pPr>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grpSp>
        <p:nvGrpSpPr>
          <p:cNvPr id="7" name="Group 6">
            <a:extLst>
              <a:ext uri="{FF2B5EF4-FFF2-40B4-BE49-F238E27FC236}">
                <a16:creationId xmlns:a16="http://schemas.microsoft.com/office/drawing/2014/main" id="{176B7A02-A1C4-4F4B-87C8-FE783F5BF49D}"/>
              </a:ext>
            </a:extLst>
          </p:cNvPr>
          <p:cNvGrpSpPr/>
          <p:nvPr userDrawn="1"/>
        </p:nvGrpSpPr>
        <p:grpSpPr>
          <a:xfrm>
            <a:off x="6976643" y="9196504"/>
            <a:ext cx="4334713" cy="621106"/>
            <a:chOff x="0" y="0"/>
            <a:chExt cx="5779617" cy="828141"/>
          </a:xfrm>
        </p:grpSpPr>
        <p:grpSp>
          <p:nvGrpSpPr>
            <p:cNvPr id="8" name="Group 7">
              <a:extLst>
                <a:ext uri="{FF2B5EF4-FFF2-40B4-BE49-F238E27FC236}">
                  <a16:creationId xmlns:a16="http://schemas.microsoft.com/office/drawing/2014/main" id="{A12AA141-5B5D-4132-8536-48835EE13883}"/>
                </a:ext>
              </a:extLst>
            </p:cNvPr>
            <p:cNvGrpSpPr>
              <a:grpSpLocks noChangeAspect="1"/>
            </p:cNvGrpSpPr>
            <p:nvPr/>
          </p:nvGrpSpPr>
          <p:grpSpPr>
            <a:xfrm>
              <a:off x="0" y="0"/>
              <a:ext cx="828141" cy="828141"/>
              <a:chOff x="0" y="0"/>
              <a:chExt cx="1283043" cy="1283043"/>
            </a:xfrm>
          </p:grpSpPr>
          <p:sp>
            <p:nvSpPr>
              <p:cNvPr id="28" name="Freeform 9">
                <a:extLst>
                  <a:ext uri="{FF2B5EF4-FFF2-40B4-BE49-F238E27FC236}">
                    <a16:creationId xmlns:a16="http://schemas.microsoft.com/office/drawing/2014/main" id="{31CF3641-4E64-4EC8-A8A5-281A27AD1EA6}"/>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29" name="Freeform 10">
                <a:extLst>
                  <a:ext uri="{FF2B5EF4-FFF2-40B4-BE49-F238E27FC236}">
                    <a16:creationId xmlns:a16="http://schemas.microsoft.com/office/drawing/2014/main" id="{115E3711-7BE4-4F71-B24C-4C5719C8BB43}"/>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9" name="Group 11">
              <a:extLst>
                <a:ext uri="{FF2B5EF4-FFF2-40B4-BE49-F238E27FC236}">
                  <a16:creationId xmlns:a16="http://schemas.microsoft.com/office/drawing/2014/main" id="{C8E7BF4F-B3B1-434D-92DE-8C1125936B04}"/>
                </a:ext>
              </a:extLst>
            </p:cNvPr>
            <p:cNvGrpSpPr>
              <a:grpSpLocks noChangeAspect="1"/>
            </p:cNvGrpSpPr>
            <p:nvPr/>
          </p:nvGrpSpPr>
          <p:grpSpPr>
            <a:xfrm>
              <a:off x="947681" y="221817"/>
              <a:ext cx="1879107" cy="382761"/>
              <a:chOff x="0" y="0"/>
              <a:chExt cx="2911310" cy="593014"/>
            </a:xfrm>
          </p:grpSpPr>
          <p:sp>
            <p:nvSpPr>
              <p:cNvPr id="21" name="Freeform 12">
                <a:extLst>
                  <a:ext uri="{FF2B5EF4-FFF2-40B4-BE49-F238E27FC236}">
                    <a16:creationId xmlns:a16="http://schemas.microsoft.com/office/drawing/2014/main" id="{12748B4F-251C-4026-BF82-BB8C0DF11356}"/>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22" name="Freeform 13">
                <a:extLst>
                  <a:ext uri="{FF2B5EF4-FFF2-40B4-BE49-F238E27FC236}">
                    <a16:creationId xmlns:a16="http://schemas.microsoft.com/office/drawing/2014/main" id="{BF0945CF-C5E7-4D06-A42D-95740C880773}"/>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23" name="Freeform 14">
                <a:extLst>
                  <a:ext uri="{FF2B5EF4-FFF2-40B4-BE49-F238E27FC236}">
                    <a16:creationId xmlns:a16="http://schemas.microsoft.com/office/drawing/2014/main" id="{E46969E5-79AC-4215-B268-98190A393BC8}"/>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24" name="Freeform 15">
                <a:extLst>
                  <a:ext uri="{FF2B5EF4-FFF2-40B4-BE49-F238E27FC236}">
                    <a16:creationId xmlns:a16="http://schemas.microsoft.com/office/drawing/2014/main" id="{ED8D07EA-114F-4D85-B1AC-B69994846A28}"/>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25" name="Freeform 16">
                <a:extLst>
                  <a:ext uri="{FF2B5EF4-FFF2-40B4-BE49-F238E27FC236}">
                    <a16:creationId xmlns:a16="http://schemas.microsoft.com/office/drawing/2014/main" id="{C3A91E56-6A48-4A10-9850-81F1DE8C7856}"/>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26" name="Freeform 17">
                <a:extLst>
                  <a:ext uri="{FF2B5EF4-FFF2-40B4-BE49-F238E27FC236}">
                    <a16:creationId xmlns:a16="http://schemas.microsoft.com/office/drawing/2014/main" id="{5FA1BC0B-D615-473E-9F47-CC8242E88B94}"/>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27" name="Freeform 18">
                <a:extLst>
                  <a:ext uri="{FF2B5EF4-FFF2-40B4-BE49-F238E27FC236}">
                    <a16:creationId xmlns:a16="http://schemas.microsoft.com/office/drawing/2014/main" id="{CE204E05-A309-4083-AA20-1A736BE875B4}"/>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10" name="Group 19">
              <a:extLst>
                <a:ext uri="{FF2B5EF4-FFF2-40B4-BE49-F238E27FC236}">
                  <a16:creationId xmlns:a16="http://schemas.microsoft.com/office/drawing/2014/main" id="{BD658487-BAF0-4C73-9C3A-54368F7B3A95}"/>
                </a:ext>
              </a:extLst>
            </p:cNvPr>
            <p:cNvGrpSpPr>
              <a:grpSpLocks noChangeAspect="1"/>
            </p:cNvGrpSpPr>
            <p:nvPr/>
          </p:nvGrpSpPr>
          <p:grpSpPr>
            <a:xfrm>
              <a:off x="2945722" y="224424"/>
              <a:ext cx="2833895" cy="381901"/>
              <a:chOff x="0" y="0"/>
              <a:chExt cx="4390568" cy="591680"/>
            </a:xfrm>
          </p:grpSpPr>
          <p:sp>
            <p:nvSpPr>
              <p:cNvPr id="11" name="Freeform 20">
                <a:extLst>
                  <a:ext uri="{FF2B5EF4-FFF2-40B4-BE49-F238E27FC236}">
                    <a16:creationId xmlns:a16="http://schemas.microsoft.com/office/drawing/2014/main" id="{0549AEBF-005B-4510-A7EA-4B2835958AED}"/>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12" name="Freeform 21">
                <a:extLst>
                  <a:ext uri="{FF2B5EF4-FFF2-40B4-BE49-F238E27FC236}">
                    <a16:creationId xmlns:a16="http://schemas.microsoft.com/office/drawing/2014/main" id="{8D08EC5B-0B69-4AD0-A8E8-2BFD51985F20}"/>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3" name="Freeform 22">
                <a:extLst>
                  <a:ext uri="{FF2B5EF4-FFF2-40B4-BE49-F238E27FC236}">
                    <a16:creationId xmlns:a16="http://schemas.microsoft.com/office/drawing/2014/main" id="{7920755A-CECA-49D5-A680-247CF7E18005}"/>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4" name="Freeform 23">
                <a:extLst>
                  <a:ext uri="{FF2B5EF4-FFF2-40B4-BE49-F238E27FC236}">
                    <a16:creationId xmlns:a16="http://schemas.microsoft.com/office/drawing/2014/main" id="{FF46280E-F03F-439E-BB20-BD9A862AA192}"/>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15" name="Freeform 24">
                <a:extLst>
                  <a:ext uri="{FF2B5EF4-FFF2-40B4-BE49-F238E27FC236}">
                    <a16:creationId xmlns:a16="http://schemas.microsoft.com/office/drawing/2014/main" id="{84AD506E-2454-4FD3-A311-8CDA69E3B31B}"/>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16" name="Freeform 25">
                <a:extLst>
                  <a:ext uri="{FF2B5EF4-FFF2-40B4-BE49-F238E27FC236}">
                    <a16:creationId xmlns:a16="http://schemas.microsoft.com/office/drawing/2014/main" id="{80671D13-3FEA-40CF-B237-3A05DB8CB3C3}"/>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17" name="Freeform 26">
                <a:extLst>
                  <a:ext uri="{FF2B5EF4-FFF2-40B4-BE49-F238E27FC236}">
                    <a16:creationId xmlns:a16="http://schemas.microsoft.com/office/drawing/2014/main" id="{51C4A3F6-22B1-44D0-994E-2BB1BD67DF92}"/>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18" name="Freeform 27">
                <a:extLst>
                  <a:ext uri="{FF2B5EF4-FFF2-40B4-BE49-F238E27FC236}">
                    <a16:creationId xmlns:a16="http://schemas.microsoft.com/office/drawing/2014/main" id="{C6D2EE4D-799B-4F3E-8B4D-E0DB83F6EFB8}"/>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19" name="Freeform 28">
                <a:extLst>
                  <a:ext uri="{FF2B5EF4-FFF2-40B4-BE49-F238E27FC236}">
                    <a16:creationId xmlns:a16="http://schemas.microsoft.com/office/drawing/2014/main" id="{7DBA7BDC-4674-48AC-B828-35508A5E7EA8}"/>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20" name="Freeform 29">
                <a:extLst>
                  <a:ext uri="{FF2B5EF4-FFF2-40B4-BE49-F238E27FC236}">
                    <a16:creationId xmlns:a16="http://schemas.microsoft.com/office/drawing/2014/main" id="{AA7D8E4A-18AD-4852-9669-83FC41A29BF4}"/>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Tree>
    <p:extLst>
      <p:ext uri="{BB962C8B-B14F-4D97-AF65-F5344CB8AC3E}">
        <p14:creationId xmlns:p14="http://schemas.microsoft.com/office/powerpoint/2010/main" val="2851136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8" name="Freeform 2">
            <a:extLst>
              <a:ext uri="{FF2B5EF4-FFF2-40B4-BE49-F238E27FC236}">
                <a16:creationId xmlns:a16="http://schemas.microsoft.com/office/drawing/2014/main" id="{508216EF-A89F-4D58-8E44-45CE1261C1A2}"/>
              </a:ext>
            </a:extLst>
          </p:cNvPr>
          <p:cNvSpPr/>
          <p:nvPr userDrawn="1"/>
        </p:nvSpPr>
        <p:spPr>
          <a:xfrm>
            <a:off x="0" y="0"/>
            <a:ext cx="18288000" cy="10287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stretch>
              <a:fillRect t="-1" b="-18518"/>
            </a:stretch>
          </a:blipFill>
        </p:spPr>
        <p:txBody>
          <a:bodyPr/>
          <a:lstStyle/>
          <a:p>
            <a:endParaRPr lang="tr-TR" dirty="0"/>
          </a:p>
        </p:txBody>
      </p:sp>
      <p:sp>
        <p:nvSpPr>
          <p:cNvPr id="34" name="Title 1">
            <a:extLst>
              <a:ext uri="{FF2B5EF4-FFF2-40B4-BE49-F238E27FC236}">
                <a16:creationId xmlns:a16="http://schemas.microsoft.com/office/drawing/2014/main" id="{70760D11-C4FA-427E-8722-C00F5C68E954}"/>
              </a:ext>
            </a:extLst>
          </p:cNvPr>
          <p:cNvSpPr>
            <a:spLocks noGrp="1"/>
          </p:cNvSpPr>
          <p:nvPr>
            <p:ph type="title"/>
          </p:nvPr>
        </p:nvSpPr>
        <p:spPr>
          <a:xfrm>
            <a:off x="483800" y="456595"/>
            <a:ext cx="9344550" cy="1143000"/>
          </a:xfrm>
        </p:spPr>
        <p:txBody>
          <a:bodyPr/>
          <a:lstStyle>
            <a:lvl1pPr algn="l">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grpSp>
        <p:nvGrpSpPr>
          <p:cNvPr id="35" name="Group 4">
            <a:extLst>
              <a:ext uri="{FF2B5EF4-FFF2-40B4-BE49-F238E27FC236}">
                <a16:creationId xmlns:a16="http://schemas.microsoft.com/office/drawing/2014/main" id="{CEFD4E07-C615-492B-B1FC-AF3BFE06D172}"/>
              </a:ext>
            </a:extLst>
          </p:cNvPr>
          <p:cNvGrpSpPr/>
          <p:nvPr userDrawn="1"/>
        </p:nvGrpSpPr>
        <p:grpSpPr>
          <a:xfrm>
            <a:off x="13518898" y="718147"/>
            <a:ext cx="4334713" cy="621106"/>
            <a:chOff x="0" y="0"/>
            <a:chExt cx="5779617" cy="828141"/>
          </a:xfrm>
        </p:grpSpPr>
        <p:grpSp>
          <p:nvGrpSpPr>
            <p:cNvPr id="36" name="Group 5">
              <a:extLst>
                <a:ext uri="{FF2B5EF4-FFF2-40B4-BE49-F238E27FC236}">
                  <a16:creationId xmlns:a16="http://schemas.microsoft.com/office/drawing/2014/main" id="{63901E4B-AEEB-4E94-9CC2-EF91635FF260}"/>
                </a:ext>
              </a:extLst>
            </p:cNvPr>
            <p:cNvGrpSpPr>
              <a:grpSpLocks noChangeAspect="1"/>
            </p:cNvGrpSpPr>
            <p:nvPr/>
          </p:nvGrpSpPr>
          <p:grpSpPr>
            <a:xfrm>
              <a:off x="0" y="0"/>
              <a:ext cx="828141" cy="828141"/>
              <a:chOff x="0" y="0"/>
              <a:chExt cx="1283043" cy="1283043"/>
            </a:xfrm>
          </p:grpSpPr>
          <p:sp>
            <p:nvSpPr>
              <p:cNvPr id="56" name="Freeform 6">
                <a:extLst>
                  <a:ext uri="{FF2B5EF4-FFF2-40B4-BE49-F238E27FC236}">
                    <a16:creationId xmlns:a16="http://schemas.microsoft.com/office/drawing/2014/main" id="{E3A37A19-C2DC-4157-8E9C-326067E4B53E}"/>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57" name="Freeform 7">
                <a:extLst>
                  <a:ext uri="{FF2B5EF4-FFF2-40B4-BE49-F238E27FC236}">
                    <a16:creationId xmlns:a16="http://schemas.microsoft.com/office/drawing/2014/main" id="{973D83A2-E4E2-47AA-AF74-299944A4B5DF}"/>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37" name="Group 8">
              <a:extLst>
                <a:ext uri="{FF2B5EF4-FFF2-40B4-BE49-F238E27FC236}">
                  <a16:creationId xmlns:a16="http://schemas.microsoft.com/office/drawing/2014/main" id="{FE3D0489-9F37-4E04-9F31-3B41A467D79A}"/>
                </a:ext>
              </a:extLst>
            </p:cNvPr>
            <p:cNvGrpSpPr>
              <a:grpSpLocks noChangeAspect="1"/>
            </p:cNvGrpSpPr>
            <p:nvPr/>
          </p:nvGrpSpPr>
          <p:grpSpPr>
            <a:xfrm>
              <a:off x="947681" y="221817"/>
              <a:ext cx="1879107" cy="382761"/>
              <a:chOff x="0" y="0"/>
              <a:chExt cx="2911310" cy="593014"/>
            </a:xfrm>
          </p:grpSpPr>
          <p:sp>
            <p:nvSpPr>
              <p:cNvPr id="49" name="Freeform 9">
                <a:extLst>
                  <a:ext uri="{FF2B5EF4-FFF2-40B4-BE49-F238E27FC236}">
                    <a16:creationId xmlns:a16="http://schemas.microsoft.com/office/drawing/2014/main" id="{66EE2414-CC9F-4157-ABA4-9EB54A12AE2C}"/>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50" name="Freeform 10">
                <a:extLst>
                  <a:ext uri="{FF2B5EF4-FFF2-40B4-BE49-F238E27FC236}">
                    <a16:creationId xmlns:a16="http://schemas.microsoft.com/office/drawing/2014/main" id="{D736DEDA-62F8-4D44-9BD6-9D5BAE52188A}"/>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51" name="Freeform 11">
                <a:extLst>
                  <a:ext uri="{FF2B5EF4-FFF2-40B4-BE49-F238E27FC236}">
                    <a16:creationId xmlns:a16="http://schemas.microsoft.com/office/drawing/2014/main" id="{C4283476-0867-466C-9FAF-8E955BFBB3A8}"/>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52" name="Freeform 12">
                <a:extLst>
                  <a:ext uri="{FF2B5EF4-FFF2-40B4-BE49-F238E27FC236}">
                    <a16:creationId xmlns:a16="http://schemas.microsoft.com/office/drawing/2014/main" id="{0D37A1C9-53E2-40B7-9584-22603D638F27}"/>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53" name="Freeform 13">
                <a:extLst>
                  <a:ext uri="{FF2B5EF4-FFF2-40B4-BE49-F238E27FC236}">
                    <a16:creationId xmlns:a16="http://schemas.microsoft.com/office/drawing/2014/main" id="{5D2CE67F-2091-485E-9D7C-0DF111781B33}"/>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54" name="Freeform 14">
                <a:extLst>
                  <a:ext uri="{FF2B5EF4-FFF2-40B4-BE49-F238E27FC236}">
                    <a16:creationId xmlns:a16="http://schemas.microsoft.com/office/drawing/2014/main" id="{4D387D02-7888-48D1-B427-78324A42E7B0}"/>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55" name="Freeform 15">
                <a:extLst>
                  <a:ext uri="{FF2B5EF4-FFF2-40B4-BE49-F238E27FC236}">
                    <a16:creationId xmlns:a16="http://schemas.microsoft.com/office/drawing/2014/main" id="{6FACC14B-D67E-4B97-A61E-33CB170122FB}"/>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38" name="Group 16">
              <a:extLst>
                <a:ext uri="{FF2B5EF4-FFF2-40B4-BE49-F238E27FC236}">
                  <a16:creationId xmlns:a16="http://schemas.microsoft.com/office/drawing/2014/main" id="{8F441BDC-0C84-44EC-AD57-9B00A3942B2D}"/>
                </a:ext>
              </a:extLst>
            </p:cNvPr>
            <p:cNvGrpSpPr>
              <a:grpSpLocks noChangeAspect="1"/>
            </p:cNvGrpSpPr>
            <p:nvPr/>
          </p:nvGrpSpPr>
          <p:grpSpPr>
            <a:xfrm>
              <a:off x="2945722" y="224424"/>
              <a:ext cx="2833895" cy="381901"/>
              <a:chOff x="0" y="0"/>
              <a:chExt cx="4390568" cy="591680"/>
            </a:xfrm>
          </p:grpSpPr>
          <p:sp>
            <p:nvSpPr>
              <p:cNvPr id="39" name="Freeform 17">
                <a:extLst>
                  <a:ext uri="{FF2B5EF4-FFF2-40B4-BE49-F238E27FC236}">
                    <a16:creationId xmlns:a16="http://schemas.microsoft.com/office/drawing/2014/main" id="{08C68AF8-5140-4C0F-A904-9CA24C766E2A}"/>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40" name="Freeform 18">
                <a:extLst>
                  <a:ext uri="{FF2B5EF4-FFF2-40B4-BE49-F238E27FC236}">
                    <a16:creationId xmlns:a16="http://schemas.microsoft.com/office/drawing/2014/main" id="{7796FC22-33C6-4B5C-8DC7-000F591EF3B7}"/>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1" name="Freeform 19">
                <a:extLst>
                  <a:ext uri="{FF2B5EF4-FFF2-40B4-BE49-F238E27FC236}">
                    <a16:creationId xmlns:a16="http://schemas.microsoft.com/office/drawing/2014/main" id="{FC40512E-113A-40C9-BC8F-A778FAE01414}"/>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2" name="Freeform 20">
                <a:extLst>
                  <a:ext uri="{FF2B5EF4-FFF2-40B4-BE49-F238E27FC236}">
                    <a16:creationId xmlns:a16="http://schemas.microsoft.com/office/drawing/2014/main" id="{8C4BF50B-2838-464A-971D-5B6EBF6E91B9}"/>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43" name="Freeform 21">
                <a:extLst>
                  <a:ext uri="{FF2B5EF4-FFF2-40B4-BE49-F238E27FC236}">
                    <a16:creationId xmlns:a16="http://schemas.microsoft.com/office/drawing/2014/main" id="{28A67A83-00B4-4C5E-A3B4-952B46473FCC}"/>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44" name="Freeform 22">
                <a:extLst>
                  <a:ext uri="{FF2B5EF4-FFF2-40B4-BE49-F238E27FC236}">
                    <a16:creationId xmlns:a16="http://schemas.microsoft.com/office/drawing/2014/main" id="{60174425-7552-45FB-8B8A-5D3FDC61EF39}"/>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45" name="Freeform 23">
                <a:extLst>
                  <a:ext uri="{FF2B5EF4-FFF2-40B4-BE49-F238E27FC236}">
                    <a16:creationId xmlns:a16="http://schemas.microsoft.com/office/drawing/2014/main" id="{F26A273A-6738-4B21-A393-135451136725}"/>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46" name="Freeform 24">
                <a:extLst>
                  <a:ext uri="{FF2B5EF4-FFF2-40B4-BE49-F238E27FC236}">
                    <a16:creationId xmlns:a16="http://schemas.microsoft.com/office/drawing/2014/main" id="{2E8E12EB-2639-4AB9-9DD8-E8586E0E98D7}"/>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47" name="Freeform 25">
                <a:extLst>
                  <a:ext uri="{FF2B5EF4-FFF2-40B4-BE49-F238E27FC236}">
                    <a16:creationId xmlns:a16="http://schemas.microsoft.com/office/drawing/2014/main" id="{B3B2333A-D6AC-4696-85BA-506DB474F919}"/>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48" name="Freeform 26">
                <a:extLst>
                  <a:ext uri="{FF2B5EF4-FFF2-40B4-BE49-F238E27FC236}">
                    <a16:creationId xmlns:a16="http://schemas.microsoft.com/office/drawing/2014/main" id="{FCB85B5F-6249-4B9E-A528-0777324D291A}"/>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Tree>
    <p:extLst>
      <p:ext uri="{BB962C8B-B14F-4D97-AF65-F5344CB8AC3E}">
        <p14:creationId xmlns:p14="http://schemas.microsoft.com/office/powerpoint/2010/main" val="1050738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843B346-0BDA-48EC-90EA-8C0CB7CDF898}"/>
              </a:ext>
            </a:extLst>
          </p:cNvPr>
          <p:cNvSpPr/>
          <p:nvPr userDrawn="1"/>
        </p:nvSpPr>
        <p:spPr>
          <a:xfrm>
            <a:off x="4119" y="0"/>
            <a:ext cx="18288000" cy="10287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1" name="Freeform 3">
            <a:extLst>
              <a:ext uri="{FF2B5EF4-FFF2-40B4-BE49-F238E27FC236}">
                <a16:creationId xmlns:a16="http://schemas.microsoft.com/office/drawing/2014/main" id="{1C771FF6-6185-4792-A104-F45147685D95}"/>
              </a:ext>
            </a:extLst>
          </p:cNvPr>
          <p:cNvSpPr/>
          <p:nvPr userDrawn="1"/>
        </p:nvSpPr>
        <p:spPr>
          <a:xfrm>
            <a:off x="6314743" y="-2448028"/>
            <a:ext cx="21760707" cy="20821428"/>
          </a:xfrm>
          <a:custGeom>
            <a:avLst/>
            <a:gdLst/>
            <a:ahLst/>
            <a:cxnLst/>
            <a:rect l="l" t="t" r="r" b="b"/>
            <a:pathLst>
              <a:path w="16564908" h="16564908">
                <a:moveTo>
                  <a:pt x="0" y="0"/>
                </a:moveTo>
                <a:lnTo>
                  <a:pt x="16564908" y="0"/>
                </a:lnTo>
                <a:lnTo>
                  <a:pt x="16564908" y="16564908"/>
                </a:lnTo>
                <a:lnTo>
                  <a:pt x="0" y="16564908"/>
                </a:lnTo>
                <a:lnTo>
                  <a:pt x="0" y="0"/>
                </a:lnTo>
                <a:close/>
              </a:path>
            </a:pathLst>
          </a:custGeom>
          <a:blipFill>
            <a:blip r:embed="rId2">
              <a:alphaModFix amt="52000"/>
              <a:extLst>
                <a:ext uri="{96DAC541-7B7A-43D3-8B79-37D633B846F1}">
                  <asvg:svgBlip xmlns:asvg="http://schemas.microsoft.com/office/drawing/2016/SVG/main" r:embed="rId3"/>
                </a:ext>
              </a:extLst>
            </a:blip>
            <a:stretch>
              <a:fillRect/>
            </a:stretch>
          </a:blipFill>
        </p:spPr>
      </p:sp>
      <p:sp>
        <p:nvSpPr>
          <p:cNvPr id="32" name="Freeform 2">
            <a:extLst>
              <a:ext uri="{FF2B5EF4-FFF2-40B4-BE49-F238E27FC236}">
                <a16:creationId xmlns:a16="http://schemas.microsoft.com/office/drawing/2014/main" id="{992514EF-E9CA-4249-B47D-29640FE39AA3}"/>
              </a:ext>
            </a:extLst>
          </p:cNvPr>
          <p:cNvSpPr/>
          <p:nvPr userDrawn="1"/>
        </p:nvSpPr>
        <p:spPr>
          <a:xfrm>
            <a:off x="-8534400" y="-5862888"/>
            <a:ext cx="21760707" cy="19935056"/>
          </a:xfrm>
          <a:custGeom>
            <a:avLst/>
            <a:gdLst/>
            <a:ahLst/>
            <a:cxnLst/>
            <a:rect l="l" t="t" r="r" b="b"/>
            <a:pathLst>
              <a:path w="29526830" h="29526830">
                <a:moveTo>
                  <a:pt x="0" y="0"/>
                </a:moveTo>
                <a:lnTo>
                  <a:pt x="29526830" y="0"/>
                </a:lnTo>
                <a:lnTo>
                  <a:pt x="29526830" y="29526830"/>
                </a:lnTo>
                <a:lnTo>
                  <a:pt x="0" y="29526830"/>
                </a:lnTo>
                <a:lnTo>
                  <a:pt x="0" y="0"/>
                </a:lnTo>
                <a:close/>
              </a:path>
            </a:pathLst>
          </a:custGeom>
          <a:blipFill>
            <a:blip r:embed="rId4">
              <a:alphaModFix amt="57000"/>
              <a:extLst>
                <a:ext uri="{96DAC541-7B7A-43D3-8B79-37D633B846F1}">
                  <asvg:svgBlip xmlns:asvg="http://schemas.microsoft.com/office/drawing/2016/SVG/main" r:embed="rId5"/>
                </a:ext>
              </a:extLst>
            </a:blip>
            <a:stretch>
              <a:fillRect/>
            </a:stretch>
          </a:blipFill>
        </p:spPr>
      </p:sp>
      <p:grpSp>
        <p:nvGrpSpPr>
          <p:cNvPr id="33" name="Group 4">
            <a:extLst>
              <a:ext uri="{FF2B5EF4-FFF2-40B4-BE49-F238E27FC236}">
                <a16:creationId xmlns:a16="http://schemas.microsoft.com/office/drawing/2014/main" id="{0932FD14-02B2-433D-B50F-BBA0ABBA1DFC}"/>
              </a:ext>
            </a:extLst>
          </p:cNvPr>
          <p:cNvGrpSpPr/>
          <p:nvPr userDrawn="1"/>
        </p:nvGrpSpPr>
        <p:grpSpPr>
          <a:xfrm>
            <a:off x="13518898" y="718147"/>
            <a:ext cx="4334713" cy="621106"/>
            <a:chOff x="0" y="0"/>
            <a:chExt cx="5779617" cy="828141"/>
          </a:xfrm>
        </p:grpSpPr>
        <p:grpSp>
          <p:nvGrpSpPr>
            <p:cNvPr id="34" name="Group 5">
              <a:extLst>
                <a:ext uri="{FF2B5EF4-FFF2-40B4-BE49-F238E27FC236}">
                  <a16:creationId xmlns:a16="http://schemas.microsoft.com/office/drawing/2014/main" id="{19FEB6D3-1F91-4FA3-9786-17D88D1B16BD}"/>
                </a:ext>
              </a:extLst>
            </p:cNvPr>
            <p:cNvGrpSpPr>
              <a:grpSpLocks noChangeAspect="1"/>
            </p:cNvGrpSpPr>
            <p:nvPr/>
          </p:nvGrpSpPr>
          <p:grpSpPr>
            <a:xfrm>
              <a:off x="0" y="0"/>
              <a:ext cx="828141" cy="828141"/>
              <a:chOff x="0" y="0"/>
              <a:chExt cx="1283043" cy="1283043"/>
            </a:xfrm>
          </p:grpSpPr>
          <p:sp>
            <p:nvSpPr>
              <p:cNvPr id="54" name="Freeform 6">
                <a:extLst>
                  <a:ext uri="{FF2B5EF4-FFF2-40B4-BE49-F238E27FC236}">
                    <a16:creationId xmlns:a16="http://schemas.microsoft.com/office/drawing/2014/main" id="{AE993564-4ED4-4A01-95A3-B93BE0E728FF}"/>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55" name="Freeform 7">
                <a:extLst>
                  <a:ext uri="{FF2B5EF4-FFF2-40B4-BE49-F238E27FC236}">
                    <a16:creationId xmlns:a16="http://schemas.microsoft.com/office/drawing/2014/main" id="{64124EF2-AEAD-4D2C-B2C5-23BB228434D6}"/>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35" name="Group 8">
              <a:extLst>
                <a:ext uri="{FF2B5EF4-FFF2-40B4-BE49-F238E27FC236}">
                  <a16:creationId xmlns:a16="http://schemas.microsoft.com/office/drawing/2014/main" id="{2BB34548-B27D-4244-A58E-0FAF1D4FE79F}"/>
                </a:ext>
              </a:extLst>
            </p:cNvPr>
            <p:cNvGrpSpPr>
              <a:grpSpLocks noChangeAspect="1"/>
            </p:cNvGrpSpPr>
            <p:nvPr/>
          </p:nvGrpSpPr>
          <p:grpSpPr>
            <a:xfrm>
              <a:off x="947681" y="221817"/>
              <a:ext cx="1879107" cy="382761"/>
              <a:chOff x="0" y="0"/>
              <a:chExt cx="2911310" cy="593014"/>
            </a:xfrm>
          </p:grpSpPr>
          <p:sp>
            <p:nvSpPr>
              <p:cNvPr id="47" name="Freeform 9">
                <a:extLst>
                  <a:ext uri="{FF2B5EF4-FFF2-40B4-BE49-F238E27FC236}">
                    <a16:creationId xmlns:a16="http://schemas.microsoft.com/office/drawing/2014/main" id="{0F7663D9-4013-4C9F-9C9C-41455CF1D69C}"/>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48" name="Freeform 10">
                <a:extLst>
                  <a:ext uri="{FF2B5EF4-FFF2-40B4-BE49-F238E27FC236}">
                    <a16:creationId xmlns:a16="http://schemas.microsoft.com/office/drawing/2014/main" id="{F45A11AC-A88D-4517-AF75-A08C8CF26005}"/>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49" name="Freeform 11">
                <a:extLst>
                  <a:ext uri="{FF2B5EF4-FFF2-40B4-BE49-F238E27FC236}">
                    <a16:creationId xmlns:a16="http://schemas.microsoft.com/office/drawing/2014/main" id="{F2779BA5-04A9-44D2-85A0-BCDABFFB6A8F}"/>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50" name="Freeform 12">
                <a:extLst>
                  <a:ext uri="{FF2B5EF4-FFF2-40B4-BE49-F238E27FC236}">
                    <a16:creationId xmlns:a16="http://schemas.microsoft.com/office/drawing/2014/main" id="{2C40D997-0D94-42F7-8FF9-635D09AFD0A3}"/>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51" name="Freeform 13">
                <a:extLst>
                  <a:ext uri="{FF2B5EF4-FFF2-40B4-BE49-F238E27FC236}">
                    <a16:creationId xmlns:a16="http://schemas.microsoft.com/office/drawing/2014/main" id="{9D759767-8702-4FEB-A633-CD1F3ACBF3B4}"/>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52" name="Freeform 14">
                <a:extLst>
                  <a:ext uri="{FF2B5EF4-FFF2-40B4-BE49-F238E27FC236}">
                    <a16:creationId xmlns:a16="http://schemas.microsoft.com/office/drawing/2014/main" id="{7A2F4CE0-EA9B-4F94-8261-EB12D277E0FF}"/>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53" name="Freeform 15">
                <a:extLst>
                  <a:ext uri="{FF2B5EF4-FFF2-40B4-BE49-F238E27FC236}">
                    <a16:creationId xmlns:a16="http://schemas.microsoft.com/office/drawing/2014/main" id="{41DF17C3-3128-4C56-AAE4-6ABA6CFD0009}"/>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36" name="Group 16">
              <a:extLst>
                <a:ext uri="{FF2B5EF4-FFF2-40B4-BE49-F238E27FC236}">
                  <a16:creationId xmlns:a16="http://schemas.microsoft.com/office/drawing/2014/main" id="{8EC8E79F-1B7A-44AE-96E9-2057A6B65584}"/>
                </a:ext>
              </a:extLst>
            </p:cNvPr>
            <p:cNvGrpSpPr>
              <a:grpSpLocks noChangeAspect="1"/>
            </p:cNvGrpSpPr>
            <p:nvPr/>
          </p:nvGrpSpPr>
          <p:grpSpPr>
            <a:xfrm>
              <a:off x="2945722" y="224424"/>
              <a:ext cx="2833895" cy="381901"/>
              <a:chOff x="0" y="0"/>
              <a:chExt cx="4390568" cy="591680"/>
            </a:xfrm>
          </p:grpSpPr>
          <p:sp>
            <p:nvSpPr>
              <p:cNvPr id="37" name="Freeform 17">
                <a:extLst>
                  <a:ext uri="{FF2B5EF4-FFF2-40B4-BE49-F238E27FC236}">
                    <a16:creationId xmlns:a16="http://schemas.microsoft.com/office/drawing/2014/main" id="{32A4972F-9207-4FF3-B359-2B89379248F3}"/>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38" name="Freeform 18">
                <a:extLst>
                  <a:ext uri="{FF2B5EF4-FFF2-40B4-BE49-F238E27FC236}">
                    <a16:creationId xmlns:a16="http://schemas.microsoft.com/office/drawing/2014/main" id="{B7067479-4723-4FC5-86E5-3980C4C364C0}"/>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39" name="Freeform 19">
                <a:extLst>
                  <a:ext uri="{FF2B5EF4-FFF2-40B4-BE49-F238E27FC236}">
                    <a16:creationId xmlns:a16="http://schemas.microsoft.com/office/drawing/2014/main" id="{D2A04E69-568D-47F8-8740-45FF536D7BFE}"/>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0" name="Freeform 20">
                <a:extLst>
                  <a:ext uri="{FF2B5EF4-FFF2-40B4-BE49-F238E27FC236}">
                    <a16:creationId xmlns:a16="http://schemas.microsoft.com/office/drawing/2014/main" id="{4A22F991-2EF5-40C2-B66E-11453E5593F0}"/>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41" name="Freeform 21">
                <a:extLst>
                  <a:ext uri="{FF2B5EF4-FFF2-40B4-BE49-F238E27FC236}">
                    <a16:creationId xmlns:a16="http://schemas.microsoft.com/office/drawing/2014/main" id="{41B8589B-998A-4253-97B6-A1C867D78C07}"/>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42" name="Freeform 22">
                <a:extLst>
                  <a:ext uri="{FF2B5EF4-FFF2-40B4-BE49-F238E27FC236}">
                    <a16:creationId xmlns:a16="http://schemas.microsoft.com/office/drawing/2014/main" id="{7DDB87FD-2D87-44BE-AB0F-CD439261811E}"/>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43" name="Freeform 23">
                <a:extLst>
                  <a:ext uri="{FF2B5EF4-FFF2-40B4-BE49-F238E27FC236}">
                    <a16:creationId xmlns:a16="http://schemas.microsoft.com/office/drawing/2014/main" id="{522BA807-47DC-4CBD-A184-9C6672308A5E}"/>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44" name="Freeform 24">
                <a:extLst>
                  <a:ext uri="{FF2B5EF4-FFF2-40B4-BE49-F238E27FC236}">
                    <a16:creationId xmlns:a16="http://schemas.microsoft.com/office/drawing/2014/main" id="{4A27304F-C8FA-4F23-A266-014452F2F1FF}"/>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45" name="Freeform 25">
                <a:extLst>
                  <a:ext uri="{FF2B5EF4-FFF2-40B4-BE49-F238E27FC236}">
                    <a16:creationId xmlns:a16="http://schemas.microsoft.com/office/drawing/2014/main" id="{E56175CA-CA1F-4F51-AC08-A9CDB10D8C21}"/>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46" name="Freeform 26">
                <a:extLst>
                  <a:ext uri="{FF2B5EF4-FFF2-40B4-BE49-F238E27FC236}">
                    <a16:creationId xmlns:a16="http://schemas.microsoft.com/office/drawing/2014/main" id="{349958DF-31C4-4390-A2E1-FEF77DE4C570}"/>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
        <p:nvSpPr>
          <p:cNvPr id="56" name="Title 1">
            <a:extLst>
              <a:ext uri="{FF2B5EF4-FFF2-40B4-BE49-F238E27FC236}">
                <a16:creationId xmlns:a16="http://schemas.microsoft.com/office/drawing/2014/main" id="{389A56A2-FB3E-46F1-B449-8EC94C17F0C0}"/>
              </a:ext>
            </a:extLst>
          </p:cNvPr>
          <p:cNvSpPr>
            <a:spLocks noGrp="1"/>
          </p:cNvSpPr>
          <p:nvPr>
            <p:ph type="title"/>
          </p:nvPr>
        </p:nvSpPr>
        <p:spPr>
          <a:xfrm>
            <a:off x="483800" y="456595"/>
            <a:ext cx="9344550" cy="1143000"/>
          </a:xfrm>
        </p:spPr>
        <p:txBody>
          <a:bodyPr/>
          <a:lstStyle>
            <a:lvl1pPr algn="l">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843B346-0BDA-48EC-90EA-8C0CB7CDF898}"/>
              </a:ext>
            </a:extLst>
          </p:cNvPr>
          <p:cNvSpPr/>
          <p:nvPr userDrawn="1"/>
        </p:nvSpPr>
        <p:spPr>
          <a:xfrm>
            <a:off x="4119" y="0"/>
            <a:ext cx="18288000" cy="10287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1" name="Freeform 3">
            <a:extLst>
              <a:ext uri="{FF2B5EF4-FFF2-40B4-BE49-F238E27FC236}">
                <a16:creationId xmlns:a16="http://schemas.microsoft.com/office/drawing/2014/main" id="{1C771FF6-6185-4792-A104-F45147685D95}"/>
              </a:ext>
            </a:extLst>
          </p:cNvPr>
          <p:cNvSpPr/>
          <p:nvPr userDrawn="1"/>
        </p:nvSpPr>
        <p:spPr>
          <a:xfrm>
            <a:off x="6314743" y="-2448028"/>
            <a:ext cx="21760707" cy="20821428"/>
          </a:xfrm>
          <a:custGeom>
            <a:avLst/>
            <a:gdLst/>
            <a:ahLst/>
            <a:cxnLst/>
            <a:rect l="l" t="t" r="r" b="b"/>
            <a:pathLst>
              <a:path w="16564908" h="16564908">
                <a:moveTo>
                  <a:pt x="0" y="0"/>
                </a:moveTo>
                <a:lnTo>
                  <a:pt x="16564908" y="0"/>
                </a:lnTo>
                <a:lnTo>
                  <a:pt x="16564908" y="16564908"/>
                </a:lnTo>
                <a:lnTo>
                  <a:pt x="0" y="16564908"/>
                </a:lnTo>
                <a:lnTo>
                  <a:pt x="0" y="0"/>
                </a:lnTo>
                <a:close/>
              </a:path>
            </a:pathLst>
          </a:custGeom>
          <a:blipFill>
            <a:blip r:embed="rId2">
              <a:alphaModFix amt="52000"/>
              <a:extLst>
                <a:ext uri="{96DAC541-7B7A-43D3-8B79-37D633B846F1}">
                  <asvg:svgBlip xmlns:asvg="http://schemas.microsoft.com/office/drawing/2016/SVG/main" r:embed="rId3"/>
                </a:ext>
              </a:extLst>
            </a:blip>
            <a:stretch>
              <a:fillRect/>
            </a:stretch>
          </a:blipFill>
        </p:spPr>
      </p:sp>
      <p:sp>
        <p:nvSpPr>
          <p:cNvPr id="32" name="Freeform 2">
            <a:extLst>
              <a:ext uri="{FF2B5EF4-FFF2-40B4-BE49-F238E27FC236}">
                <a16:creationId xmlns:a16="http://schemas.microsoft.com/office/drawing/2014/main" id="{992514EF-E9CA-4249-B47D-29640FE39AA3}"/>
              </a:ext>
            </a:extLst>
          </p:cNvPr>
          <p:cNvSpPr/>
          <p:nvPr userDrawn="1"/>
        </p:nvSpPr>
        <p:spPr>
          <a:xfrm>
            <a:off x="-8534400" y="-5862888"/>
            <a:ext cx="21760707" cy="19935056"/>
          </a:xfrm>
          <a:custGeom>
            <a:avLst/>
            <a:gdLst/>
            <a:ahLst/>
            <a:cxnLst/>
            <a:rect l="l" t="t" r="r" b="b"/>
            <a:pathLst>
              <a:path w="29526830" h="29526830">
                <a:moveTo>
                  <a:pt x="0" y="0"/>
                </a:moveTo>
                <a:lnTo>
                  <a:pt x="29526830" y="0"/>
                </a:lnTo>
                <a:lnTo>
                  <a:pt x="29526830" y="29526830"/>
                </a:lnTo>
                <a:lnTo>
                  <a:pt x="0" y="29526830"/>
                </a:lnTo>
                <a:lnTo>
                  <a:pt x="0" y="0"/>
                </a:lnTo>
                <a:close/>
              </a:path>
            </a:pathLst>
          </a:custGeom>
          <a:blipFill>
            <a:blip r:embed="rId4">
              <a:alphaModFix amt="57000"/>
              <a:extLst>
                <a:ext uri="{96DAC541-7B7A-43D3-8B79-37D633B846F1}">
                  <asvg:svgBlip xmlns:asvg="http://schemas.microsoft.com/office/drawing/2016/SVG/main" r:embed="rId5"/>
                </a:ext>
              </a:extLst>
            </a:blip>
            <a:stretch>
              <a:fillRect/>
            </a:stretch>
          </a:blipFill>
        </p:spPr>
      </p:sp>
      <p:grpSp>
        <p:nvGrpSpPr>
          <p:cNvPr id="33" name="Group 4">
            <a:extLst>
              <a:ext uri="{FF2B5EF4-FFF2-40B4-BE49-F238E27FC236}">
                <a16:creationId xmlns:a16="http://schemas.microsoft.com/office/drawing/2014/main" id="{0932FD14-02B2-433D-B50F-BBA0ABBA1DFC}"/>
              </a:ext>
            </a:extLst>
          </p:cNvPr>
          <p:cNvGrpSpPr/>
          <p:nvPr userDrawn="1"/>
        </p:nvGrpSpPr>
        <p:grpSpPr>
          <a:xfrm>
            <a:off x="13518898" y="718147"/>
            <a:ext cx="4334713" cy="621106"/>
            <a:chOff x="0" y="0"/>
            <a:chExt cx="5779617" cy="828141"/>
          </a:xfrm>
        </p:grpSpPr>
        <p:grpSp>
          <p:nvGrpSpPr>
            <p:cNvPr id="34" name="Group 5">
              <a:extLst>
                <a:ext uri="{FF2B5EF4-FFF2-40B4-BE49-F238E27FC236}">
                  <a16:creationId xmlns:a16="http://schemas.microsoft.com/office/drawing/2014/main" id="{19FEB6D3-1F91-4FA3-9786-17D88D1B16BD}"/>
                </a:ext>
              </a:extLst>
            </p:cNvPr>
            <p:cNvGrpSpPr>
              <a:grpSpLocks noChangeAspect="1"/>
            </p:cNvGrpSpPr>
            <p:nvPr/>
          </p:nvGrpSpPr>
          <p:grpSpPr>
            <a:xfrm>
              <a:off x="0" y="0"/>
              <a:ext cx="828141" cy="828141"/>
              <a:chOff x="0" y="0"/>
              <a:chExt cx="1283043" cy="1283043"/>
            </a:xfrm>
          </p:grpSpPr>
          <p:sp>
            <p:nvSpPr>
              <p:cNvPr id="54" name="Freeform 6">
                <a:extLst>
                  <a:ext uri="{FF2B5EF4-FFF2-40B4-BE49-F238E27FC236}">
                    <a16:creationId xmlns:a16="http://schemas.microsoft.com/office/drawing/2014/main" id="{AE993564-4ED4-4A01-95A3-B93BE0E728FF}"/>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55" name="Freeform 7">
                <a:extLst>
                  <a:ext uri="{FF2B5EF4-FFF2-40B4-BE49-F238E27FC236}">
                    <a16:creationId xmlns:a16="http://schemas.microsoft.com/office/drawing/2014/main" id="{64124EF2-AEAD-4D2C-B2C5-23BB228434D6}"/>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35" name="Group 8">
              <a:extLst>
                <a:ext uri="{FF2B5EF4-FFF2-40B4-BE49-F238E27FC236}">
                  <a16:creationId xmlns:a16="http://schemas.microsoft.com/office/drawing/2014/main" id="{2BB34548-B27D-4244-A58E-0FAF1D4FE79F}"/>
                </a:ext>
              </a:extLst>
            </p:cNvPr>
            <p:cNvGrpSpPr>
              <a:grpSpLocks noChangeAspect="1"/>
            </p:cNvGrpSpPr>
            <p:nvPr/>
          </p:nvGrpSpPr>
          <p:grpSpPr>
            <a:xfrm>
              <a:off x="947681" y="221817"/>
              <a:ext cx="1879107" cy="382761"/>
              <a:chOff x="0" y="0"/>
              <a:chExt cx="2911310" cy="593014"/>
            </a:xfrm>
          </p:grpSpPr>
          <p:sp>
            <p:nvSpPr>
              <p:cNvPr id="47" name="Freeform 9">
                <a:extLst>
                  <a:ext uri="{FF2B5EF4-FFF2-40B4-BE49-F238E27FC236}">
                    <a16:creationId xmlns:a16="http://schemas.microsoft.com/office/drawing/2014/main" id="{0F7663D9-4013-4C9F-9C9C-41455CF1D69C}"/>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48" name="Freeform 10">
                <a:extLst>
                  <a:ext uri="{FF2B5EF4-FFF2-40B4-BE49-F238E27FC236}">
                    <a16:creationId xmlns:a16="http://schemas.microsoft.com/office/drawing/2014/main" id="{F45A11AC-A88D-4517-AF75-A08C8CF26005}"/>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49" name="Freeform 11">
                <a:extLst>
                  <a:ext uri="{FF2B5EF4-FFF2-40B4-BE49-F238E27FC236}">
                    <a16:creationId xmlns:a16="http://schemas.microsoft.com/office/drawing/2014/main" id="{F2779BA5-04A9-44D2-85A0-BCDABFFB6A8F}"/>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50" name="Freeform 12">
                <a:extLst>
                  <a:ext uri="{FF2B5EF4-FFF2-40B4-BE49-F238E27FC236}">
                    <a16:creationId xmlns:a16="http://schemas.microsoft.com/office/drawing/2014/main" id="{2C40D997-0D94-42F7-8FF9-635D09AFD0A3}"/>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51" name="Freeform 13">
                <a:extLst>
                  <a:ext uri="{FF2B5EF4-FFF2-40B4-BE49-F238E27FC236}">
                    <a16:creationId xmlns:a16="http://schemas.microsoft.com/office/drawing/2014/main" id="{9D759767-8702-4FEB-A633-CD1F3ACBF3B4}"/>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52" name="Freeform 14">
                <a:extLst>
                  <a:ext uri="{FF2B5EF4-FFF2-40B4-BE49-F238E27FC236}">
                    <a16:creationId xmlns:a16="http://schemas.microsoft.com/office/drawing/2014/main" id="{7A2F4CE0-EA9B-4F94-8261-EB12D277E0FF}"/>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53" name="Freeform 15">
                <a:extLst>
                  <a:ext uri="{FF2B5EF4-FFF2-40B4-BE49-F238E27FC236}">
                    <a16:creationId xmlns:a16="http://schemas.microsoft.com/office/drawing/2014/main" id="{41DF17C3-3128-4C56-AAE4-6ABA6CFD0009}"/>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36" name="Group 16">
              <a:extLst>
                <a:ext uri="{FF2B5EF4-FFF2-40B4-BE49-F238E27FC236}">
                  <a16:creationId xmlns:a16="http://schemas.microsoft.com/office/drawing/2014/main" id="{8EC8E79F-1B7A-44AE-96E9-2057A6B65584}"/>
                </a:ext>
              </a:extLst>
            </p:cNvPr>
            <p:cNvGrpSpPr>
              <a:grpSpLocks noChangeAspect="1"/>
            </p:cNvGrpSpPr>
            <p:nvPr/>
          </p:nvGrpSpPr>
          <p:grpSpPr>
            <a:xfrm>
              <a:off x="2945722" y="224424"/>
              <a:ext cx="2833895" cy="381901"/>
              <a:chOff x="0" y="0"/>
              <a:chExt cx="4390568" cy="591680"/>
            </a:xfrm>
          </p:grpSpPr>
          <p:sp>
            <p:nvSpPr>
              <p:cNvPr id="37" name="Freeform 17">
                <a:extLst>
                  <a:ext uri="{FF2B5EF4-FFF2-40B4-BE49-F238E27FC236}">
                    <a16:creationId xmlns:a16="http://schemas.microsoft.com/office/drawing/2014/main" id="{32A4972F-9207-4FF3-B359-2B89379248F3}"/>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38" name="Freeform 18">
                <a:extLst>
                  <a:ext uri="{FF2B5EF4-FFF2-40B4-BE49-F238E27FC236}">
                    <a16:creationId xmlns:a16="http://schemas.microsoft.com/office/drawing/2014/main" id="{B7067479-4723-4FC5-86E5-3980C4C364C0}"/>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39" name="Freeform 19">
                <a:extLst>
                  <a:ext uri="{FF2B5EF4-FFF2-40B4-BE49-F238E27FC236}">
                    <a16:creationId xmlns:a16="http://schemas.microsoft.com/office/drawing/2014/main" id="{D2A04E69-568D-47F8-8740-45FF536D7BFE}"/>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0" name="Freeform 20">
                <a:extLst>
                  <a:ext uri="{FF2B5EF4-FFF2-40B4-BE49-F238E27FC236}">
                    <a16:creationId xmlns:a16="http://schemas.microsoft.com/office/drawing/2014/main" id="{4A22F991-2EF5-40C2-B66E-11453E5593F0}"/>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41" name="Freeform 21">
                <a:extLst>
                  <a:ext uri="{FF2B5EF4-FFF2-40B4-BE49-F238E27FC236}">
                    <a16:creationId xmlns:a16="http://schemas.microsoft.com/office/drawing/2014/main" id="{41B8589B-998A-4253-97B6-A1C867D78C07}"/>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42" name="Freeform 22">
                <a:extLst>
                  <a:ext uri="{FF2B5EF4-FFF2-40B4-BE49-F238E27FC236}">
                    <a16:creationId xmlns:a16="http://schemas.microsoft.com/office/drawing/2014/main" id="{7DDB87FD-2D87-44BE-AB0F-CD439261811E}"/>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43" name="Freeform 23">
                <a:extLst>
                  <a:ext uri="{FF2B5EF4-FFF2-40B4-BE49-F238E27FC236}">
                    <a16:creationId xmlns:a16="http://schemas.microsoft.com/office/drawing/2014/main" id="{522BA807-47DC-4CBD-A184-9C6672308A5E}"/>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44" name="Freeform 24">
                <a:extLst>
                  <a:ext uri="{FF2B5EF4-FFF2-40B4-BE49-F238E27FC236}">
                    <a16:creationId xmlns:a16="http://schemas.microsoft.com/office/drawing/2014/main" id="{4A27304F-C8FA-4F23-A266-014452F2F1FF}"/>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45" name="Freeform 25">
                <a:extLst>
                  <a:ext uri="{FF2B5EF4-FFF2-40B4-BE49-F238E27FC236}">
                    <a16:creationId xmlns:a16="http://schemas.microsoft.com/office/drawing/2014/main" id="{E56175CA-CA1F-4F51-AC08-A9CDB10D8C21}"/>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46" name="Freeform 26">
                <a:extLst>
                  <a:ext uri="{FF2B5EF4-FFF2-40B4-BE49-F238E27FC236}">
                    <a16:creationId xmlns:a16="http://schemas.microsoft.com/office/drawing/2014/main" id="{349958DF-31C4-4390-A2E1-FEF77DE4C570}"/>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
        <p:nvSpPr>
          <p:cNvPr id="56" name="Title 1">
            <a:extLst>
              <a:ext uri="{FF2B5EF4-FFF2-40B4-BE49-F238E27FC236}">
                <a16:creationId xmlns:a16="http://schemas.microsoft.com/office/drawing/2014/main" id="{389A56A2-FB3E-46F1-B449-8EC94C17F0C0}"/>
              </a:ext>
            </a:extLst>
          </p:cNvPr>
          <p:cNvSpPr>
            <a:spLocks noGrp="1"/>
          </p:cNvSpPr>
          <p:nvPr>
            <p:ph type="title"/>
          </p:nvPr>
        </p:nvSpPr>
        <p:spPr>
          <a:xfrm>
            <a:off x="483800" y="456595"/>
            <a:ext cx="9344550" cy="1143000"/>
          </a:xfrm>
        </p:spPr>
        <p:txBody>
          <a:bodyPr/>
          <a:lstStyle>
            <a:lvl1pPr algn="l">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sp>
        <p:nvSpPr>
          <p:cNvPr id="57" name="Freeform 3">
            <a:extLst>
              <a:ext uri="{FF2B5EF4-FFF2-40B4-BE49-F238E27FC236}">
                <a16:creationId xmlns:a16="http://schemas.microsoft.com/office/drawing/2014/main" id="{0CA88CA4-9A37-43E0-96C7-4259C1A98B42}"/>
              </a:ext>
            </a:extLst>
          </p:cNvPr>
          <p:cNvSpPr/>
          <p:nvPr userDrawn="1"/>
        </p:nvSpPr>
        <p:spPr>
          <a:xfrm>
            <a:off x="0" y="-1260399"/>
            <a:ext cx="8274515" cy="11553097"/>
          </a:xfrm>
          <a:custGeom>
            <a:avLst/>
            <a:gdLst/>
            <a:ahLst/>
            <a:cxnLst/>
            <a:rect l="l" t="t" r="r" b="b"/>
            <a:pathLst>
              <a:path w="8274515" h="11553097">
                <a:moveTo>
                  <a:pt x="0" y="0"/>
                </a:moveTo>
                <a:lnTo>
                  <a:pt x="8274515" y="0"/>
                </a:lnTo>
                <a:lnTo>
                  <a:pt x="8274515" y="11553096"/>
                </a:lnTo>
                <a:lnTo>
                  <a:pt x="0" y="11553096"/>
                </a:lnTo>
                <a:lnTo>
                  <a:pt x="0" y="0"/>
                </a:lnTo>
                <a:close/>
              </a:path>
            </a:pathLst>
          </a:custGeom>
          <a:blipFill>
            <a:blip r:embed="rId6">
              <a:alphaModFix amt="67000"/>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tr-TR" dirty="0"/>
          </a:p>
        </p:txBody>
      </p:sp>
    </p:spTree>
    <p:extLst>
      <p:ext uri="{BB962C8B-B14F-4D97-AF65-F5344CB8AC3E}">
        <p14:creationId xmlns:p14="http://schemas.microsoft.com/office/powerpoint/2010/main" val="186695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843B346-0BDA-48EC-90EA-8C0CB7CDF898}"/>
              </a:ext>
            </a:extLst>
          </p:cNvPr>
          <p:cNvSpPr/>
          <p:nvPr userDrawn="1"/>
        </p:nvSpPr>
        <p:spPr>
          <a:xfrm>
            <a:off x="4119" y="0"/>
            <a:ext cx="18288000" cy="10287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1" name="Freeform 3">
            <a:extLst>
              <a:ext uri="{FF2B5EF4-FFF2-40B4-BE49-F238E27FC236}">
                <a16:creationId xmlns:a16="http://schemas.microsoft.com/office/drawing/2014/main" id="{1C771FF6-6185-4792-A104-F45147685D95}"/>
              </a:ext>
            </a:extLst>
          </p:cNvPr>
          <p:cNvSpPr/>
          <p:nvPr userDrawn="1"/>
        </p:nvSpPr>
        <p:spPr>
          <a:xfrm>
            <a:off x="6314743" y="-2448028"/>
            <a:ext cx="21760707" cy="20821428"/>
          </a:xfrm>
          <a:custGeom>
            <a:avLst/>
            <a:gdLst/>
            <a:ahLst/>
            <a:cxnLst/>
            <a:rect l="l" t="t" r="r" b="b"/>
            <a:pathLst>
              <a:path w="16564908" h="16564908">
                <a:moveTo>
                  <a:pt x="0" y="0"/>
                </a:moveTo>
                <a:lnTo>
                  <a:pt x="16564908" y="0"/>
                </a:lnTo>
                <a:lnTo>
                  <a:pt x="16564908" y="16564908"/>
                </a:lnTo>
                <a:lnTo>
                  <a:pt x="0" y="16564908"/>
                </a:lnTo>
                <a:lnTo>
                  <a:pt x="0" y="0"/>
                </a:lnTo>
                <a:close/>
              </a:path>
            </a:pathLst>
          </a:custGeom>
          <a:blipFill>
            <a:blip r:embed="rId2">
              <a:alphaModFix amt="52000"/>
              <a:extLst>
                <a:ext uri="{96DAC541-7B7A-43D3-8B79-37D633B846F1}">
                  <asvg:svgBlip xmlns:asvg="http://schemas.microsoft.com/office/drawing/2016/SVG/main" r:embed="rId3"/>
                </a:ext>
              </a:extLst>
            </a:blip>
            <a:stretch>
              <a:fillRect/>
            </a:stretch>
          </a:blipFill>
        </p:spPr>
      </p:sp>
      <p:sp>
        <p:nvSpPr>
          <p:cNvPr id="32" name="Freeform 2">
            <a:extLst>
              <a:ext uri="{FF2B5EF4-FFF2-40B4-BE49-F238E27FC236}">
                <a16:creationId xmlns:a16="http://schemas.microsoft.com/office/drawing/2014/main" id="{992514EF-E9CA-4249-B47D-29640FE39AA3}"/>
              </a:ext>
            </a:extLst>
          </p:cNvPr>
          <p:cNvSpPr/>
          <p:nvPr userDrawn="1"/>
        </p:nvSpPr>
        <p:spPr>
          <a:xfrm>
            <a:off x="-8534400" y="-5862888"/>
            <a:ext cx="21760707" cy="19935056"/>
          </a:xfrm>
          <a:custGeom>
            <a:avLst/>
            <a:gdLst/>
            <a:ahLst/>
            <a:cxnLst/>
            <a:rect l="l" t="t" r="r" b="b"/>
            <a:pathLst>
              <a:path w="29526830" h="29526830">
                <a:moveTo>
                  <a:pt x="0" y="0"/>
                </a:moveTo>
                <a:lnTo>
                  <a:pt x="29526830" y="0"/>
                </a:lnTo>
                <a:lnTo>
                  <a:pt x="29526830" y="29526830"/>
                </a:lnTo>
                <a:lnTo>
                  <a:pt x="0" y="29526830"/>
                </a:lnTo>
                <a:lnTo>
                  <a:pt x="0" y="0"/>
                </a:lnTo>
                <a:close/>
              </a:path>
            </a:pathLst>
          </a:custGeom>
          <a:blipFill>
            <a:blip r:embed="rId4">
              <a:alphaModFix amt="57000"/>
              <a:extLst>
                <a:ext uri="{96DAC541-7B7A-43D3-8B79-37D633B846F1}">
                  <asvg:svgBlip xmlns:asvg="http://schemas.microsoft.com/office/drawing/2016/SVG/main" r:embed="rId5"/>
                </a:ext>
              </a:extLst>
            </a:blip>
            <a:stretch>
              <a:fillRect/>
            </a:stretch>
          </a:blipFill>
        </p:spPr>
      </p:sp>
      <p:grpSp>
        <p:nvGrpSpPr>
          <p:cNvPr id="33" name="Group 4">
            <a:extLst>
              <a:ext uri="{FF2B5EF4-FFF2-40B4-BE49-F238E27FC236}">
                <a16:creationId xmlns:a16="http://schemas.microsoft.com/office/drawing/2014/main" id="{0932FD14-02B2-433D-B50F-BBA0ABBA1DFC}"/>
              </a:ext>
            </a:extLst>
          </p:cNvPr>
          <p:cNvGrpSpPr/>
          <p:nvPr userDrawn="1"/>
        </p:nvGrpSpPr>
        <p:grpSpPr>
          <a:xfrm>
            <a:off x="13518898" y="718147"/>
            <a:ext cx="4334713" cy="621106"/>
            <a:chOff x="0" y="0"/>
            <a:chExt cx="5779617" cy="828141"/>
          </a:xfrm>
        </p:grpSpPr>
        <p:grpSp>
          <p:nvGrpSpPr>
            <p:cNvPr id="34" name="Group 5">
              <a:extLst>
                <a:ext uri="{FF2B5EF4-FFF2-40B4-BE49-F238E27FC236}">
                  <a16:creationId xmlns:a16="http://schemas.microsoft.com/office/drawing/2014/main" id="{19FEB6D3-1F91-4FA3-9786-17D88D1B16BD}"/>
                </a:ext>
              </a:extLst>
            </p:cNvPr>
            <p:cNvGrpSpPr>
              <a:grpSpLocks noChangeAspect="1"/>
            </p:cNvGrpSpPr>
            <p:nvPr/>
          </p:nvGrpSpPr>
          <p:grpSpPr>
            <a:xfrm>
              <a:off x="0" y="0"/>
              <a:ext cx="828141" cy="828141"/>
              <a:chOff x="0" y="0"/>
              <a:chExt cx="1283043" cy="1283043"/>
            </a:xfrm>
          </p:grpSpPr>
          <p:sp>
            <p:nvSpPr>
              <p:cNvPr id="54" name="Freeform 6">
                <a:extLst>
                  <a:ext uri="{FF2B5EF4-FFF2-40B4-BE49-F238E27FC236}">
                    <a16:creationId xmlns:a16="http://schemas.microsoft.com/office/drawing/2014/main" id="{AE993564-4ED4-4A01-95A3-B93BE0E728FF}"/>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55" name="Freeform 7">
                <a:extLst>
                  <a:ext uri="{FF2B5EF4-FFF2-40B4-BE49-F238E27FC236}">
                    <a16:creationId xmlns:a16="http://schemas.microsoft.com/office/drawing/2014/main" id="{64124EF2-AEAD-4D2C-B2C5-23BB228434D6}"/>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35" name="Group 8">
              <a:extLst>
                <a:ext uri="{FF2B5EF4-FFF2-40B4-BE49-F238E27FC236}">
                  <a16:creationId xmlns:a16="http://schemas.microsoft.com/office/drawing/2014/main" id="{2BB34548-B27D-4244-A58E-0FAF1D4FE79F}"/>
                </a:ext>
              </a:extLst>
            </p:cNvPr>
            <p:cNvGrpSpPr>
              <a:grpSpLocks noChangeAspect="1"/>
            </p:cNvGrpSpPr>
            <p:nvPr/>
          </p:nvGrpSpPr>
          <p:grpSpPr>
            <a:xfrm>
              <a:off x="947681" y="221817"/>
              <a:ext cx="1879107" cy="382761"/>
              <a:chOff x="0" y="0"/>
              <a:chExt cx="2911310" cy="593014"/>
            </a:xfrm>
          </p:grpSpPr>
          <p:sp>
            <p:nvSpPr>
              <p:cNvPr id="47" name="Freeform 9">
                <a:extLst>
                  <a:ext uri="{FF2B5EF4-FFF2-40B4-BE49-F238E27FC236}">
                    <a16:creationId xmlns:a16="http://schemas.microsoft.com/office/drawing/2014/main" id="{0F7663D9-4013-4C9F-9C9C-41455CF1D69C}"/>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48" name="Freeform 10">
                <a:extLst>
                  <a:ext uri="{FF2B5EF4-FFF2-40B4-BE49-F238E27FC236}">
                    <a16:creationId xmlns:a16="http://schemas.microsoft.com/office/drawing/2014/main" id="{F45A11AC-A88D-4517-AF75-A08C8CF26005}"/>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49" name="Freeform 11">
                <a:extLst>
                  <a:ext uri="{FF2B5EF4-FFF2-40B4-BE49-F238E27FC236}">
                    <a16:creationId xmlns:a16="http://schemas.microsoft.com/office/drawing/2014/main" id="{F2779BA5-04A9-44D2-85A0-BCDABFFB6A8F}"/>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50" name="Freeform 12">
                <a:extLst>
                  <a:ext uri="{FF2B5EF4-FFF2-40B4-BE49-F238E27FC236}">
                    <a16:creationId xmlns:a16="http://schemas.microsoft.com/office/drawing/2014/main" id="{2C40D997-0D94-42F7-8FF9-635D09AFD0A3}"/>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51" name="Freeform 13">
                <a:extLst>
                  <a:ext uri="{FF2B5EF4-FFF2-40B4-BE49-F238E27FC236}">
                    <a16:creationId xmlns:a16="http://schemas.microsoft.com/office/drawing/2014/main" id="{9D759767-8702-4FEB-A633-CD1F3ACBF3B4}"/>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52" name="Freeform 14">
                <a:extLst>
                  <a:ext uri="{FF2B5EF4-FFF2-40B4-BE49-F238E27FC236}">
                    <a16:creationId xmlns:a16="http://schemas.microsoft.com/office/drawing/2014/main" id="{7A2F4CE0-EA9B-4F94-8261-EB12D277E0FF}"/>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53" name="Freeform 15">
                <a:extLst>
                  <a:ext uri="{FF2B5EF4-FFF2-40B4-BE49-F238E27FC236}">
                    <a16:creationId xmlns:a16="http://schemas.microsoft.com/office/drawing/2014/main" id="{41DF17C3-3128-4C56-AAE4-6ABA6CFD0009}"/>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36" name="Group 16">
              <a:extLst>
                <a:ext uri="{FF2B5EF4-FFF2-40B4-BE49-F238E27FC236}">
                  <a16:creationId xmlns:a16="http://schemas.microsoft.com/office/drawing/2014/main" id="{8EC8E79F-1B7A-44AE-96E9-2057A6B65584}"/>
                </a:ext>
              </a:extLst>
            </p:cNvPr>
            <p:cNvGrpSpPr>
              <a:grpSpLocks noChangeAspect="1"/>
            </p:cNvGrpSpPr>
            <p:nvPr/>
          </p:nvGrpSpPr>
          <p:grpSpPr>
            <a:xfrm>
              <a:off x="2945722" y="224424"/>
              <a:ext cx="2833895" cy="381901"/>
              <a:chOff x="0" y="0"/>
              <a:chExt cx="4390568" cy="591680"/>
            </a:xfrm>
          </p:grpSpPr>
          <p:sp>
            <p:nvSpPr>
              <p:cNvPr id="37" name="Freeform 17">
                <a:extLst>
                  <a:ext uri="{FF2B5EF4-FFF2-40B4-BE49-F238E27FC236}">
                    <a16:creationId xmlns:a16="http://schemas.microsoft.com/office/drawing/2014/main" id="{32A4972F-9207-4FF3-B359-2B89379248F3}"/>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38" name="Freeform 18">
                <a:extLst>
                  <a:ext uri="{FF2B5EF4-FFF2-40B4-BE49-F238E27FC236}">
                    <a16:creationId xmlns:a16="http://schemas.microsoft.com/office/drawing/2014/main" id="{B7067479-4723-4FC5-86E5-3980C4C364C0}"/>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39" name="Freeform 19">
                <a:extLst>
                  <a:ext uri="{FF2B5EF4-FFF2-40B4-BE49-F238E27FC236}">
                    <a16:creationId xmlns:a16="http://schemas.microsoft.com/office/drawing/2014/main" id="{D2A04E69-568D-47F8-8740-45FF536D7BFE}"/>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0" name="Freeform 20">
                <a:extLst>
                  <a:ext uri="{FF2B5EF4-FFF2-40B4-BE49-F238E27FC236}">
                    <a16:creationId xmlns:a16="http://schemas.microsoft.com/office/drawing/2014/main" id="{4A22F991-2EF5-40C2-B66E-11453E5593F0}"/>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41" name="Freeform 21">
                <a:extLst>
                  <a:ext uri="{FF2B5EF4-FFF2-40B4-BE49-F238E27FC236}">
                    <a16:creationId xmlns:a16="http://schemas.microsoft.com/office/drawing/2014/main" id="{41B8589B-998A-4253-97B6-A1C867D78C07}"/>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42" name="Freeform 22">
                <a:extLst>
                  <a:ext uri="{FF2B5EF4-FFF2-40B4-BE49-F238E27FC236}">
                    <a16:creationId xmlns:a16="http://schemas.microsoft.com/office/drawing/2014/main" id="{7DDB87FD-2D87-44BE-AB0F-CD439261811E}"/>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43" name="Freeform 23">
                <a:extLst>
                  <a:ext uri="{FF2B5EF4-FFF2-40B4-BE49-F238E27FC236}">
                    <a16:creationId xmlns:a16="http://schemas.microsoft.com/office/drawing/2014/main" id="{522BA807-47DC-4CBD-A184-9C6672308A5E}"/>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44" name="Freeform 24">
                <a:extLst>
                  <a:ext uri="{FF2B5EF4-FFF2-40B4-BE49-F238E27FC236}">
                    <a16:creationId xmlns:a16="http://schemas.microsoft.com/office/drawing/2014/main" id="{4A27304F-C8FA-4F23-A266-014452F2F1FF}"/>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45" name="Freeform 25">
                <a:extLst>
                  <a:ext uri="{FF2B5EF4-FFF2-40B4-BE49-F238E27FC236}">
                    <a16:creationId xmlns:a16="http://schemas.microsoft.com/office/drawing/2014/main" id="{E56175CA-CA1F-4F51-AC08-A9CDB10D8C21}"/>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46" name="Freeform 26">
                <a:extLst>
                  <a:ext uri="{FF2B5EF4-FFF2-40B4-BE49-F238E27FC236}">
                    <a16:creationId xmlns:a16="http://schemas.microsoft.com/office/drawing/2014/main" id="{349958DF-31C4-4390-A2E1-FEF77DE4C570}"/>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
        <p:nvSpPr>
          <p:cNvPr id="56" name="Title 1">
            <a:extLst>
              <a:ext uri="{FF2B5EF4-FFF2-40B4-BE49-F238E27FC236}">
                <a16:creationId xmlns:a16="http://schemas.microsoft.com/office/drawing/2014/main" id="{389A56A2-FB3E-46F1-B449-8EC94C17F0C0}"/>
              </a:ext>
            </a:extLst>
          </p:cNvPr>
          <p:cNvSpPr>
            <a:spLocks noGrp="1"/>
          </p:cNvSpPr>
          <p:nvPr>
            <p:ph type="title"/>
          </p:nvPr>
        </p:nvSpPr>
        <p:spPr>
          <a:xfrm>
            <a:off x="483800" y="456595"/>
            <a:ext cx="9344550" cy="1143000"/>
          </a:xfrm>
        </p:spPr>
        <p:txBody>
          <a:bodyPr/>
          <a:lstStyle>
            <a:lvl1pPr algn="l">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grpSp>
        <p:nvGrpSpPr>
          <p:cNvPr id="58" name="Group 27">
            <a:extLst>
              <a:ext uri="{FF2B5EF4-FFF2-40B4-BE49-F238E27FC236}">
                <a16:creationId xmlns:a16="http://schemas.microsoft.com/office/drawing/2014/main" id="{ED74713C-1FA8-4FF6-81D3-2171ADC5754C}"/>
              </a:ext>
            </a:extLst>
          </p:cNvPr>
          <p:cNvGrpSpPr/>
          <p:nvPr userDrawn="1"/>
        </p:nvGrpSpPr>
        <p:grpSpPr>
          <a:xfrm>
            <a:off x="0" y="7796027"/>
            <a:ext cx="18288000" cy="2610016"/>
            <a:chOff x="0" y="0"/>
            <a:chExt cx="3091051" cy="437292"/>
          </a:xfrm>
        </p:grpSpPr>
        <p:sp>
          <p:nvSpPr>
            <p:cNvPr id="59" name="Freeform 28">
              <a:extLst>
                <a:ext uri="{FF2B5EF4-FFF2-40B4-BE49-F238E27FC236}">
                  <a16:creationId xmlns:a16="http://schemas.microsoft.com/office/drawing/2014/main" id="{1DD3DC35-3FCA-4565-8F1C-47AB4386E1D1}"/>
                </a:ext>
              </a:extLst>
            </p:cNvPr>
            <p:cNvSpPr/>
            <p:nvPr/>
          </p:nvSpPr>
          <p:spPr>
            <a:xfrm>
              <a:off x="0" y="0"/>
              <a:ext cx="3091051" cy="437292"/>
            </a:xfrm>
            <a:custGeom>
              <a:avLst/>
              <a:gdLst/>
              <a:ahLst/>
              <a:cxnLst/>
              <a:rect l="l" t="t" r="r" b="b"/>
              <a:pathLst>
                <a:path w="3091051" h="437292">
                  <a:moveTo>
                    <a:pt x="0" y="0"/>
                  </a:moveTo>
                  <a:lnTo>
                    <a:pt x="3091051" y="0"/>
                  </a:lnTo>
                  <a:lnTo>
                    <a:pt x="3091051" y="437292"/>
                  </a:lnTo>
                  <a:lnTo>
                    <a:pt x="0" y="437292"/>
                  </a:lnTo>
                  <a:close/>
                </a:path>
              </a:pathLst>
            </a:custGeom>
            <a:blipFill>
              <a:blip r:embed="rId6"/>
              <a:stretch>
                <a:fillRect t="-215134" b="-197339"/>
              </a:stretch>
            </a:blipFill>
          </p:spPr>
        </p:sp>
      </p:grpSp>
    </p:spTree>
    <p:extLst>
      <p:ext uri="{BB962C8B-B14F-4D97-AF65-F5344CB8AC3E}">
        <p14:creationId xmlns:p14="http://schemas.microsoft.com/office/powerpoint/2010/main" val="3236593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lides copy">
    <p:bg>
      <p:bgPr>
        <a:solidFill>
          <a:srgbClr val="160923"/>
        </a:solidFill>
        <a:effectLst/>
      </p:bgPr>
    </p:bg>
    <p:spTree>
      <p:nvGrpSpPr>
        <p:cNvPr id="1" name=""/>
        <p:cNvGrpSpPr/>
        <p:nvPr/>
      </p:nvGrpSpPr>
      <p:grpSpPr>
        <a:xfrm>
          <a:off x="0" y="0"/>
          <a:ext cx="0" cy="0"/>
          <a:chOff x="0" y="0"/>
          <a:chExt cx="0" cy="0"/>
        </a:xfrm>
      </p:grpSpPr>
      <p:pic>
        <p:nvPicPr>
          <p:cNvPr id="2" name="Image">
            <a:extLst>
              <a:ext uri="{FF2B5EF4-FFF2-40B4-BE49-F238E27FC236}">
                <a16:creationId xmlns:a16="http://schemas.microsoft.com/office/drawing/2014/main" id="{0487B23B-773C-4BE7-A61A-E494832E8CF2}"/>
              </a:ext>
            </a:extLst>
          </p:cNvPr>
          <p:cNvPicPr>
            <a:picLocks noChangeAspect="1"/>
          </p:cNvPicPr>
          <p:nvPr userDrawn="1"/>
        </p:nvPicPr>
        <p:blipFill>
          <a:blip r:embed="rId2" cstate="screen">
            <a:alphaModFix amt="20000"/>
            <a:extLst>
              <a:ext uri="{28A0092B-C50C-407E-A947-70E740481C1C}">
                <a14:useLocalDpi xmlns:a14="http://schemas.microsoft.com/office/drawing/2010/main"/>
              </a:ext>
            </a:extLst>
          </a:blip>
          <a:srcRect l="1216" r="1216" b="5213"/>
          <a:stretch>
            <a:fillRect/>
          </a:stretch>
        </p:blipFill>
        <p:spPr>
          <a:xfrm>
            <a:off x="715" y="-204"/>
            <a:ext cx="18287285" cy="10287204"/>
          </a:xfrm>
          <a:prstGeom prst="rect">
            <a:avLst/>
          </a:prstGeom>
          <a:ln w="12700">
            <a:miter lim="400000"/>
          </a:ln>
        </p:spPr>
      </p:pic>
      <p:sp>
        <p:nvSpPr>
          <p:cNvPr id="3" name="Freeform 3">
            <a:extLst>
              <a:ext uri="{FF2B5EF4-FFF2-40B4-BE49-F238E27FC236}">
                <a16:creationId xmlns:a16="http://schemas.microsoft.com/office/drawing/2014/main" id="{6929B7F7-6D72-41BF-A2F9-3AD54A0AADF2}"/>
              </a:ext>
            </a:extLst>
          </p:cNvPr>
          <p:cNvSpPr/>
          <p:nvPr userDrawn="1"/>
        </p:nvSpPr>
        <p:spPr>
          <a:xfrm>
            <a:off x="6314743" y="-2448028"/>
            <a:ext cx="21760707" cy="20821428"/>
          </a:xfrm>
          <a:custGeom>
            <a:avLst/>
            <a:gdLst/>
            <a:ahLst/>
            <a:cxnLst/>
            <a:rect l="l" t="t" r="r" b="b"/>
            <a:pathLst>
              <a:path w="16564908" h="16564908">
                <a:moveTo>
                  <a:pt x="0" y="0"/>
                </a:moveTo>
                <a:lnTo>
                  <a:pt x="16564908" y="0"/>
                </a:lnTo>
                <a:lnTo>
                  <a:pt x="16564908" y="16564908"/>
                </a:lnTo>
                <a:lnTo>
                  <a:pt x="0" y="16564908"/>
                </a:lnTo>
                <a:lnTo>
                  <a:pt x="0" y="0"/>
                </a:lnTo>
                <a:close/>
              </a:path>
            </a:pathLst>
          </a:custGeom>
          <a:blipFill>
            <a:blip r:embed="rId3">
              <a:alphaModFix amt="52000"/>
              <a:extLst>
                <a:ext uri="{96DAC541-7B7A-43D3-8B79-37D633B846F1}">
                  <asvg:svgBlip xmlns:asvg="http://schemas.microsoft.com/office/drawing/2016/SVG/main" r:embed="rId4"/>
                </a:ext>
              </a:extLst>
            </a:blip>
            <a:stretch>
              <a:fillRect/>
            </a:stretch>
          </a:blipFill>
        </p:spPr>
      </p:sp>
      <p:sp>
        <p:nvSpPr>
          <p:cNvPr id="4" name="Freeform 2">
            <a:extLst>
              <a:ext uri="{FF2B5EF4-FFF2-40B4-BE49-F238E27FC236}">
                <a16:creationId xmlns:a16="http://schemas.microsoft.com/office/drawing/2014/main" id="{23241B54-3CF3-4316-866A-B64CB95F4018}"/>
              </a:ext>
            </a:extLst>
          </p:cNvPr>
          <p:cNvSpPr/>
          <p:nvPr userDrawn="1"/>
        </p:nvSpPr>
        <p:spPr>
          <a:xfrm>
            <a:off x="-8534400" y="-5862888"/>
            <a:ext cx="21760707" cy="19935056"/>
          </a:xfrm>
          <a:custGeom>
            <a:avLst/>
            <a:gdLst/>
            <a:ahLst/>
            <a:cxnLst/>
            <a:rect l="l" t="t" r="r" b="b"/>
            <a:pathLst>
              <a:path w="29526830" h="29526830">
                <a:moveTo>
                  <a:pt x="0" y="0"/>
                </a:moveTo>
                <a:lnTo>
                  <a:pt x="29526830" y="0"/>
                </a:lnTo>
                <a:lnTo>
                  <a:pt x="29526830" y="29526830"/>
                </a:lnTo>
                <a:lnTo>
                  <a:pt x="0" y="29526830"/>
                </a:lnTo>
                <a:lnTo>
                  <a:pt x="0" y="0"/>
                </a:lnTo>
                <a:close/>
              </a:path>
            </a:pathLst>
          </a:custGeom>
          <a:blipFill>
            <a:blip r:embed="rId5">
              <a:alphaModFix amt="57000"/>
              <a:extLst>
                <a:ext uri="{96DAC541-7B7A-43D3-8B79-37D633B846F1}">
                  <asvg:svgBlip xmlns:asvg="http://schemas.microsoft.com/office/drawing/2016/SVG/main" r:embed="rId6"/>
                </a:ext>
              </a:extLst>
            </a:blip>
            <a:stretch>
              <a:fillRect/>
            </a:stretch>
          </a:blipFill>
        </p:spPr>
      </p:sp>
      <p:grpSp>
        <p:nvGrpSpPr>
          <p:cNvPr id="5" name="Group 4">
            <a:extLst>
              <a:ext uri="{FF2B5EF4-FFF2-40B4-BE49-F238E27FC236}">
                <a16:creationId xmlns:a16="http://schemas.microsoft.com/office/drawing/2014/main" id="{3C2A5813-9B75-4456-BC08-465017A01F41}"/>
              </a:ext>
            </a:extLst>
          </p:cNvPr>
          <p:cNvGrpSpPr/>
          <p:nvPr userDrawn="1"/>
        </p:nvGrpSpPr>
        <p:grpSpPr>
          <a:xfrm>
            <a:off x="13518898" y="718147"/>
            <a:ext cx="4334713" cy="621106"/>
            <a:chOff x="0" y="0"/>
            <a:chExt cx="5779617" cy="828141"/>
          </a:xfrm>
        </p:grpSpPr>
        <p:grpSp>
          <p:nvGrpSpPr>
            <p:cNvPr id="6" name="Group 5">
              <a:extLst>
                <a:ext uri="{FF2B5EF4-FFF2-40B4-BE49-F238E27FC236}">
                  <a16:creationId xmlns:a16="http://schemas.microsoft.com/office/drawing/2014/main" id="{2ADC3554-0EB6-40E5-A683-E776DC2A1B41}"/>
                </a:ext>
              </a:extLst>
            </p:cNvPr>
            <p:cNvGrpSpPr>
              <a:grpSpLocks noChangeAspect="1"/>
            </p:cNvGrpSpPr>
            <p:nvPr/>
          </p:nvGrpSpPr>
          <p:grpSpPr>
            <a:xfrm>
              <a:off x="0" y="0"/>
              <a:ext cx="828141" cy="828141"/>
              <a:chOff x="0" y="0"/>
              <a:chExt cx="1283043" cy="1283043"/>
            </a:xfrm>
          </p:grpSpPr>
          <p:sp>
            <p:nvSpPr>
              <p:cNvPr id="26" name="Freeform 6">
                <a:extLst>
                  <a:ext uri="{FF2B5EF4-FFF2-40B4-BE49-F238E27FC236}">
                    <a16:creationId xmlns:a16="http://schemas.microsoft.com/office/drawing/2014/main" id="{2D150E8F-7A4C-4169-88AD-97D231BF7893}"/>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27" name="Freeform 7">
                <a:extLst>
                  <a:ext uri="{FF2B5EF4-FFF2-40B4-BE49-F238E27FC236}">
                    <a16:creationId xmlns:a16="http://schemas.microsoft.com/office/drawing/2014/main" id="{0F7F0A3C-8678-498A-A07E-97AB508F27F6}"/>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7" name="Group 8">
              <a:extLst>
                <a:ext uri="{FF2B5EF4-FFF2-40B4-BE49-F238E27FC236}">
                  <a16:creationId xmlns:a16="http://schemas.microsoft.com/office/drawing/2014/main" id="{E7187EAE-430A-4595-844D-428351660A9D}"/>
                </a:ext>
              </a:extLst>
            </p:cNvPr>
            <p:cNvGrpSpPr>
              <a:grpSpLocks noChangeAspect="1"/>
            </p:cNvGrpSpPr>
            <p:nvPr/>
          </p:nvGrpSpPr>
          <p:grpSpPr>
            <a:xfrm>
              <a:off x="947681" y="221817"/>
              <a:ext cx="1879107" cy="382761"/>
              <a:chOff x="0" y="0"/>
              <a:chExt cx="2911310" cy="593014"/>
            </a:xfrm>
          </p:grpSpPr>
          <p:sp>
            <p:nvSpPr>
              <p:cNvPr id="19" name="Freeform 9">
                <a:extLst>
                  <a:ext uri="{FF2B5EF4-FFF2-40B4-BE49-F238E27FC236}">
                    <a16:creationId xmlns:a16="http://schemas.microsoft.com/office/drawing/2014/main" id="{6A1388F2-3D44-46DB-96F6-6B16AB2E7741}"/>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20" name="Freeform 10">
                <a:extLst>
                  <a:ext uri="{FF2B5EF4-FFF2-40B4-BE49-F238E27FC236}">
                    <a16:creationId xmlns:a16="http://schemas.microsoft.com/office/drawing/2014/main" id="{2ABBA7CA-B067-40D6-8507-D68AA47DBE09}"/>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21" name="Freeform 11">
                <a:extLst>
                  <a:ext uri="{FF2B5EF4-FFF2-40B4-BE49-F238E27FC236}">
                    <a16:creationId xmlns:a16="http://schemas.microsoft.com/office/drawing/2014/main" id="{0B06EB1F-F122-4048-AD1D-B7F022647299}"/>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22" name="Freeform 12">
                <a:extLst>
                  <a:ext uri="{FF2B5EF4-FFF2-40B4-BE49-F238E27FC236}">
                    <a16:creationId xmlns:a16="http://schemas.microsoft.com/office/drawing/2014/main" id="{0C5A5AF9-1EAD-4439-8267-989F89F8D875}"/>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23" name="Freeform 13">
                <a:extLst>
                  <a:ext uri="{FF2B5EF4-FFF2-40B4-BE49-F238E27FC236}">
                    <a16:creationId xmlns:a16="http://schemas.microsoft.com/office/drawing/2014/main" id="{D80E7767-6EF9-4DA0-AD2B-0F43BD5FE171}"/>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24" name="Freeform 14">
                <a:extLst>
                  <a:ext uri="{FF2B5EF4-FFF2-40B4-BE49-F238E27FC236}">
                    <a16:creationId xmlns:a16="http://schemas.microsoft.com/office/drawing/2014/main" id="{AADFDA4D-F481-4742-88E9-0837481F5F14}"/>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25" name="Freeform 15">
                <a:extLst>
                  <a:ext uri="{FF2B5EF4-FFF2-40B4-BE49-F238E27FC236}">
                    <a16:creationId xmlns:a16="http://schemas.microsoft.com/office/drawing/2014/main" id="{8197C88D-BEBF-4303-80F1-5BB55219393D}"/>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8" name="Group 16">
              <a:extLst>
                <a:ext uri="{FF2B5EF4-FFF2-40B4-BE49-F238E27FC236}">
                  <a16:creationId xmlns:a16="http://schemas.microsoft.com/office/drawing/2014/main" id="{AF17E8A2-F006-4126-8EE1-968515C94F17}"/>
                </a:ext>
              </a:extLst>
            </p:cNvPr>
            <p:cNvGrpSpPr>
              <a:grpSpLocks noChangeAspect="1"/>
            </p:cNvGrpSpPr>
            <p:nvPr/>
          </p:nvGrpSpPr>
          <p:grpSpPr>
            <a:xfrm>
              <a:off x="2945722" y="224424"/>
              <a:ext cx="2833895" cy="381901"/>
              <a:chOff x="0" y="0"/>
              <a:chExt cx="4390568" cy="591680"/>
            </a:xfrm>
          </p:grpSpPr>
          <p:sp>
            <p:nvSpPr>
              <p:cNvPr id="9" name="Freeform 17">
                <a:extLst>
                  <a:ext uri="{FF2B5EF4-FFF2-40B4-BE49-F238E27FC236}">
                    <a16:creationId xmlns:a16="http://schemas.microsoft.com/office/drawing/2014/main" id="{88299F4C-A159-48FB-8A70-1C8F176B918C}"/>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10" name="Freeform 18">
                <a:extLst>
                  <a:ext uri="{FF2B5EF4-FFF2-40B4-BE49-F238E27FC236}">
                    <a16:creationId xmlns:a16="http://schemas.microsoft.com/office/drawing/2014/main" id="{3EA3736A-06B3-4A71-A2AB-4AA37D1662EB}"/>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1" name="Freeform 19">
                <a:extLst>
                  <a:ext uri="{FF2B5EF4-FFF2-40B4-BE49-F238E27FC236}">
                    <a16:creationId xmlns:a16="http://schemas.microsoft.com/office/drawing/2014/main" id="{52337C49-9D27-4358-9A65-8EB230451C04}"/>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2" name="Freeform 20">
                <a:extLst>
                  <a:ext uri="{FF2B5EF4-FFF2-40B4-BE49-F238E27FC236}">
                    <a16:creationId xmlns:a16="http://schemas.microsoft.com/office/drawing/2014/main" id="{5F04B2BE-175F-4B2F-AC0F-E3DF8F891F55}"/>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13" name="Freeform 21">
                <a:extLst>
                  <a:ext uri="{FF2B5EF4-FFF2-40B4-BE49-F238E27FC236}">
                    <a16:creationId xmlns:a16="http://schemas.microsoft.com/office/drawing/2014/main" id="{019C3958-2266-40F7-9C94-EE0F7B65AA8A}"/>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14" name="Freeform 22">
                <a:extLst>
                  <a:ext uri="{FF2B5EF4-FFF2-40B4-BE49-F238E27FC236}">
                    <a16:creationId xmlns:a16="http://schemas.microsoft.com/office/drawing/2014/main" id="{D43BCBA9-415C-4090-9A01-F246AFAB4D57}"/>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15" name="Freeform 23">
                <a:extLst>
                  <a:ext uri="{FF2B5EF4-FFF2-40B4-BE49-F238E27FC236}">
                    <a16:creationId xmlns:a16="http://schemas.microsoft.com/office/drawing/2014/main" id="{36FF33B3-3698-439A-AFB6-58F2718A79E8}"/>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16" name="Freeform 24">
                <a:extLst>
                  <a:ext uri="{FF2B5EF4-FFF2-40B4-BE49-F238E27FC236}">
                    <a16:creationId xmlns:a16="http://schemas.microsoft.com/office/drawing/2014/main" id="{5AFB44FB-FDF6-43DD-8FDE-3FE82C330907}"/>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17" name="Freeform 25">
                <a:extLst>
                  <a:ext uri="{FF2B5EF4-FFF2-40B4-BE49-F238E27FC236}">
                    <a16:creationId xmlns:a16="http://schemas.microsoft.com/office/drawing/2014/main" id="{83EB4869-5135-4EEE-B1A6-1BBAE79AF846}"/>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18" name="Freeform 26">
                <a:extLst>
                  <a:ext uri="{FF2B5EF4-FFF2-40B4-BE49-F238E27FC236}">
                    <a16:creationId xmlns:a16="http://schemas.microsoft.com/office/drawing/2014/main" id="{14F47E6A-BF98-4E4E-8384-C31196A320E4}"/>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Tree>
    <p:extLst>
      <p:ext uri="{BB962C8B-B14F-4D97-AF65-F5344CB8AC3E}">
        <p14:creationId xmlns:p14="http://schemas.microsoft.com/office/powerpoint/2010/main" val="2395491339"/>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41F45-EEDE-461D-81BA-374B1697C1EE}"/>
              </a:ext>
            </a:extLst>
          </p:cNvPr>
          <p:cNvSpPr>
            <a:spLocks noGrp="1"/>
          </p:cNvSpPr>
          <p:nvPr>
            <p:ph type="title"/>
          </p:nvPr>
        </p:nvSpPr>
        <p:spPr/>
        <p:txBody>
          <a:bodyPr/>
          <a:lstStyle/>
          <a:p>
            <a:r>
              <a:rPr lang="en-US"/>
              <a:t>Click to edit Master title style</a:t>
            </a:r>
            <a:endParaRPr lang="tr-TR"/>
          </a:p>
        </p:txBody>
      </p:sp>
      <p:sp>
        <p:nvSpPr>
          <p:cNvPr id="3" name="Date Placeholder 2">
            <a:extLst>
              <a:ext uri="{FF2B5EF4-FFF2-40B4-BE49-F238E27FC236}">
                <a16:creationId xmlns:a16="http://schemas.microsoft.com/office/drawing/2014/main" id="{8C822803-75D0-4A8D-911D-7D6EBDA963D7}"/>
              </a:ext>
            </a:extLst>
          </p:cNvPr>
          <p:cNvSpPr>
            <a:spLocks noGrp="1"/>
          </p:cNvSpPr>
          <p:nvPr>
            <p:ph type="dt" sz="half" idx="10"/>
          </p:nvPr>
        </p:nvSpPr>
        <p:spPr/>
        <p:txBody>
          <a:bodyPr/>
          <a:lstStyle/>
          <a:p>
            <a:fld id="{1D8BD707-D9CF-40AE-B4C6-C98DA3205C09}" type="datetimeFigureOut">
              <a:rPr lang="en-US" smtClean="0"/>
              <a:pPr/>
              <a:t>4/22/2026</a:t>
            </a:fld>
            <a:endParaRPr lang="en-US"/>
          </a:p>
        </p:txBody>
      </p:sp>
      <p:sp>
        <p:nvSpPr>
          <p:cNvPr id="4" name="Footer Placeholder 3">
            <a:extLst>
              <a:ext uri="{FF2B5EF4-FFF2-40B4-BE49-F238E27FC236}">
                <a16:creationId xmlns:a16="http://schemas.microsoft.com/office/drawing/2014/main" id="{7DC60D32-6E6E-46A7-8C78-C5E3586FC4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C7B3CB-7CE4-439A-980D-CC1ED0150A1B}"/>
              </a:ext>
            </a:extLst>
          </p:cNvPr>
          <p:cNvSpPr>
            <a:spLocks noGrp="1"/>
          </p:cNvSpPr>
          <p:nvPr>
            <p:ph type="sldNum" sz="quarter" idx="12"/>
          </p:nvPr>
        </p:nvSpPr>
        <p:spPr/>
        <p:txBody>
          <a:bodyPr/>
          <a:lstStyle/>
          <a:p>
            <a:fld id="{B6F15528-21DE-4FAA-801E-634DDDAF4B2B}" type="slidenum">
              <a:rPr lang="en-US" smtClean="0"/>
              <a:pPr/>
              <a:t>‹#›</a:t>
            </a:fld>
            <a:endParaRPr lang="en-US"/>
          </a:p>
        </p:txBody>
      </p:sp>
      <p:sp>
        <p:nvSpPr>
          <p:cNvPr id="6" name="Freeform 5">
            <a:extLst>
              <a:ext uri="{FF2B5EF4-FFF2-40B4-BE49-F238E27FC236}">
                <a16:creationId xmlns:a16="http://schemas.microsoft.com/office/drawing/2014/main" id="{ADF564DB-4017-4843-9CF7-B855D922DCF0}"/>
              </a:ext>
            </a:extLst>
          </p:cNvPr>
          <p:cNvSpPr/>
          <p:nvPr userDrawn="1"/>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7" name="TextBox 6">
            <a:extLst>
              <a:ext uri="{FF2B5EF4-FFF2-40B4-BE49-F238E27FC236}">
                <a16:creationId xmlns:a16="http://schemas.microsoft.com/office/drawing/2014/main" id="{0BF9E468-BDFC-449E-9EE9-43397B4C94D5}"/>
              </a:ext>
            </a:extLst>
          </p:cNvPr>
          <p:cNvSpPr txBox="1"/>
          <p:nvPr userDrawn="1"/>
        </p:nvSpPr>
        <p:spPr>
          <a:xfrm>
            <a:off x="8032786" y="4576762"/>
            <a:ext cx="9813902" cy="1095375"/>
          </a:xfrm>
          <a:prstGeom prst="rect">
            <a:avLst/>
          </a:prstGeom>
        </p:spPr>
        <p:txBody>
          <a:bodyPr lIns="0" tIns="0" rIns="0" bIns="0" rtlCol="0" anchor="t">
            <a:spAutoFit/>
          </a:bodyPr>
          <a:lstStyle/>
          <a:p>
            <a:pPr algn="ctr">
              <a:lnSpc>
                <a:spcPts val="8400"/>
              </a:lnSpc>
            </a:pPr>
            <a:r>
              <a:rPr lang="en-US" sz="6000" b="1" dirty="0">
                <a:solidFill>
                  <a:srgbClr val="FFFFFF"/>
                </a:solidFill>
                <a:latin typeface="Poppins Bold"/>
                <a:ea typeface="Poppins Bold"/>
                <a:cs typeface="Poppins Bold"/>
                <a:sym typeface="Poppins Bold"/>
              </a:rPr>
              <a:t>TEŞEKKÜRLER</a:t>
            </a:r>
          </a:p>
        </p:txBody>
      </p:sp>
      <p:grpSp>
        <p:nvGrpSpPr>
          <p:cNvPr id="8" name="Group 7">
            <a:extLst>
              <a:ext uri="{FF2B5EF4-FFF2-40B4-BE49-F238E27FC236}">
                <a16:creationId xmlns:a16="http://schemas.microsoft.com/office/drawing/2014/main" id="{C56FEF34-B9D9-4B74-9E58-11685F4B2409}"/>
              </a:ext>
            </a:extLst>
          </p:cNvPr>
          <p:cNvGrpSpPr/>
          <p:nvPr userDrawn="1"/>
        </p:nvGrpSpPr>
        <p:grpSpPr>
          <a:xfrm>
            <a:off x="6976643" y="9196504"/>
            <a:ext cx="4334713" cy="621106"/>
            <a:chOff x="0" y="0"/>
            <a:chExt cx="5779617" cy="828141"/>
          </a:xfrm>
        </p:grpSpPr>
        <p:grpSp>
          <p:nvGrpSpPr>
            <p:cNvPr id="9" name="Group 8">
              <a:extLst>
                <a:ext uri="{FF2B5EF4-FFF2-40B4-BE49-F238E27FC236}">
                  <a16:creationId xmlns:a16="http://schemas.microsoft.com/office/drawing/2014/main" id="{8ED5D178-457C-43E3-A617-241CF08CE22A}"/>
                </a:ext>
              </a:extLst>
            </p:cNvPr>
            <p:cNvGrpSpPr>
              <a:grpSpLocks noChangeAspect="1"/>
            </p:cNvGrpSpPr>
            <p:nvPr/>
          </p:nvGrpSpPr>
          <p:grpSpPr>
            <a:xfrm>
              <a:off x="0" y="0"/>
              <a:ext cx="828141" cy="828141"/>
              <a:chOff x="0" y="0"/>
              <a:chExt cx="1283043" cy="1283043"/>
            </a:xfrm>
          </p:grpSpPr>
          <p:sp>
            <p:nvSpPr>
              <p:cNvPr id="29" name="Freeform 9">
                <a:extLst>
                  <a:ext uri="{FF2B5EF4-FFF2-40B4-BE49-F238E27FC236}">
                    <a16:creationId xmlns:a16="http://schemas.microsoft.com/office/drawing/2014/main" id="{09FDC33F-3C85-4932-846B-6039458391C5}"/>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30" name="Freeform 10">
                <a:extLst>
                  <a:ext uri="{FF2B5EF4-FFF2-40B4-BE49-F238E27FC236}">
                    <a16:creationId xmlns:a16="http://schemas.microsoft.com/office/drawing/2014/main" id="{4093D97F-1B97-44AF-8B0E-580C2356F98B}"/>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10" name="Group 11">
              <a:extLst>
                <a:ext uri="{FF2B5EF4-FFF2-40B4-BE49-F238E27FC236}">
                  <a16:creationId xmlns:a16="http://schemas.microsoft.com/office/drawing/2014/main" id="{8BD5800A-151B-4F1E-92DF-0F94B934AD71}"/>
                </a:ext>
              </a:extLst>
            </p:cNvPr>
            <p:cNvGrpSpPr>
              <a:grpSpLocks noChangeAspect="1"/>
            </p:cNvGrpSpPr>
            <p:nvPr/>
          </p:nvGrpSpPr>
          <p:grpSpPr>
            <a:xfrm>
              <a:off x="947681" y="221817"/>
              <a:ext cx="1879107" cy="382761"/>
              <a:chOff x="0" y="0"/>
              <a:chExt cx="2911310" cy="593014"/>
            </a:xfrm>
          </p:grpSpPr>
          <p:sp>
            <p:nvSpPr>
              <p:cNvPr id="22" name="Freeform 12">
                <a:extLst>
                  <a:ext uri="{FF2B5EF4-FFF2-40B4-BE49-F238E27FC236}">
                    <a16:creationId xmlns:a16="http://schemas.microsoft.com/office/drawing/2014/main" id="{6BF8A9B3-6975-4575-9DF9-1608A090CB65}"/>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23" name="Freeform 13">
                <a:extLst>
                  <a:ext uri="{FF2B5EF4-FFF2-40B4-BE49-F238E27FC236}">
                    <a16:creationId xmlns:a16="http://schemas.microsoft.com/office/drawing/2014/main" id="{FFCCE11B-0D2D-4821-A337-14680A4D4AC5}"/>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24" name="Freeform 14">
                <a:extLst>
                  <a:ext uri="{FF2B5EF4-FFF2-40B4-BE49-F238E27FC236}">
                    <a16:creationId xmlns:a16="http://schemas.microsoft.com/office/drawing/2014/main" id="{DA12D2D8-980F-4C7D-8412-2AEF02FB8F71}"/>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25" name="Freeform 15">
                <a:extLst>
                  <a:ext uri="{FF2B5EF4-FFF2-40B4-BE49-F238E27FC236}">
                    <a16:creationId xmlns:a16="http://schemas.microsoft.com/office/drawing/2014/main" id="{327A7BB0-BE6A-4B2F-BE65-D535F4E1DCF0}"/>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26" name="Freeform 16">
                <a:extLst>
                  <a:ext uri="{FF2B5EF4-FFF2-40B4-BE49-F238E27FC236}">
                    <a16:creationId xmlns:a16="http://schemas.microsoft.com/office/drawing/2014/main" id="{1C9338D0-832D-46A6-A6FA-C2C81CCCC058}"/>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27" name="Freeform 17">
                <a:extLst>
                  <a:ext uri="{FF2B5EF4-FFF2-40B4-BE49-F238E27FC236}">
                    <a16:creationId xmlns:a16="http://schemas.microsoft.com/office/drawing/2014/main" id="{2F6B93B1-7064-40D9-8654-06B3A44E38C8}"/>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28" name="Freeform 18">
                <a:extLst>
                  <a:ext uri="{FF2B5EF4-FFF2-40B4-BE49-F238E27FC236}">
                    <a16:creationId xmlns:a16="http://schemas.microsoft.com/office/drawing/2014/main" id="{D3C8325C-1705-4798-9D1F-12B6F95FF17F}"/>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11" name="Group 19">
              <a:extLst>
                <a:ext uri="{FF2B5EF4-FFF2-40B4-BE49-F238E27FC236}">
                  <a16:creationId xmlns:a16="http://schemas.microsoft.com/office/drawing/2014/main" id="{6788B8E5-AB8D-4F84-9A17-252B97DF93E4}"/>
                </a:ext>
              </a:extLst>
            </p:cNvPr>
            <p:cNvGrpSpPr>
              <a:grpSpLocks noChangeAspect="1"/>
            </p:cNvGrpSpPr>
            <p:nvPr/>
          </p:nvGrpSpPr>
          <p:grpSpPr>
            <a:xfrm>
              <a:off x="2945722" y="224424"/>
              <a:ext cx="2833895" cy="381901"/>
              <a:chOff x="0" y="0"/>
              <a:chExt cx="4390568" cy="591680"/>
            </a:xfrm>
          </p:grpSpPr>
          <p:sp>
            <p:nvSpPr>
              <p:cNvPr id="12" name="Freeform 20">
                <a:extLst>
                  <a:ext uri="{FF2B5EF4-FFF2-40B4-BE49-F238E27FC236}">
                    <a16:creationId xmlns:a16="http://schemas.microsoft.com/office/drawing/2014/main" id="{525EFEEF-874D-4D9B-A619-83D3D12D20E8}"/>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13" name="Freeform 21">
                <a:extLst>
                  <a:ext uri="{FF2B5EF4-FFF2-40B4-BE49-F238E27FC236}">
                    <a16:creationId xmlns:a16="http://schemas.microsoft.com/office/drawing/2014/main" id="{2F1B9E99-B5BF-43BC-8543-B7F0980B60BF}"/>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4" name="Freeform 22">
                <a:extLst>
                  <a:ext uri="{FF2B5EF4-FFF2-40B4-BE49-F238E27FC236}">
                    <a16:creationId xmlns:a16="http://schemas.microsoft.com/office/drawing/2014/main" id="{436D8703-820B-4DC1-900A-620CA51EDFD2}"/>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5" name="Freeform 23">
                <a:extLst>
                  <a:ext uri="{FF2B5EF4-FFF2-40B4-BE49-F238E27FC236}">
                    <a16:creationId xmlns:a16="http://schemas.microsoft.com/office/drawing/2014/main" id="{92DA6159-C13A-49C5-B167-9D7BA332C61E}"/>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16" name="Freeform 24">
                <a:extLst>
                  <a:ext uri="{FF2B5EF4-FFF2-40B4-BE49-F238E27FC236}">
                    <a16:creationId xmlns:a16="http://schemas.microsoft.com/office/drawing/2014/main" id="{D4C093A8-90B4-4B07-87A2-A75684766FA1}"/>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17" name="Freeform 25">
                <a:extLst>
                  <a:ext uri="{FF2B5EF4-FFF2-40B4-BE49-F238E27FC236}">
                    <a16:creationId xmlns:a16="http://schemas.microsoft.com/office/drawing/2014/main" id="{038A7F9D-D28F-4CCB-9870-1A6B1E589031}"/>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18" name="Freeform 26">
                <a:extLst>
                  <a:ext uri="{FF2B5EF4-FFF2-40B4-BE49-F238E27FC236}">
                    <a16:creationId xmlns:a16="http://schemas.microsoft.com/office/drawing/2014/main" id="{4E594AAA-B5A4-48A0-897B-9DFED59AC05D}"/>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19" name="Freeform 27">
                <a:extLst>
                  <a:ext uri="{FF2B5EF4-FFF2-40B4-BE49-F238E27FC236}">
                    <a16:creationId xmlns:a16="http://schemas.microsoft.com/office/drawing/2014/main" id="{B4B00DC7-F078-4BD8-8C38-A070FF7740C5}"/>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20" name="Freeform 28">
                <a:extLst>
                  <a:ext uri="{FF2B5EF4-FFF2-40B4-BE49-F238E27FC236}">
                    <a16:creationId xmlns:a16="http://schemas.microsoft.com/office/drawing/2014/main" id="{3D310B2C-73EE-4605-B1ED-2FC7750D52ED}"/>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21" name="Freeform 29">
                <a:extLst>
                  <a:ext uri="{FF2B5EF4-FFF2-40B4-BE49-F238E27FC236}">
                    <a16:creationId xmlns:a16="http://schemas.microsoft.com/office/drawing/2014/main" id="{6ABE9C5B-83EA-4770-A4FF-9807A000AC6B}"/>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Tree>
    <p:extLst>
      <p:ext uri="{BB962C8B-B14F-4D97-AF65-F5344CB8AC3E}">
        <p14:creationId xmlns:p14="http://schemas.microsoft.com/office/powerpoint/2010/main" val="24652042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MSIPCMContentMarking" descr="{&quot;HashCode&quot;:227230681,&quot;Placement&quot;:&quot;Header&quot;,&quot;Top&quot;:0.0,&quot;Left&quot;:1357.09619,&quot;SlideWidth&quot;:1440,&quot;SlideHeight&quot;:810}">
            <a:extLst>
              <a:ext uri="{FF2B5EF4-FFF2-40B4-BE49-F238E27FC236}">
                <a16:creationId xmlns:a16="http://schemas.microsoft.com/office/drawing/2014/main" id="{8B1B9B5A-B7E0-488C-B75B-FE96B83930C0}"/>
              </a:ext>
            </a:extLst>
          </p:cNvPr>
          <p:cNvSpPr txBox="1"/>
          <p:nvPr userDrawn="1"/>
        </p:nvSpPr>
        <p:spPr>
          <a:xfrm>
            <a:off x="17235122" y="0"/>
            <a:ext cx="1052878" cy="279435"/>
          </a:xfrm>
          <a:prstGeom prst="rect">
            <a:avLst/>
          </a:prstGeom>
          <a:noFill/>
        </p:spPr>
        <p:txBody>
          <a:bodyPr vert="horz" wrap="square" lIns="0" tIns="0" rIns="0" bIns="0" rtlCol="0" anchor="ctr" anchorCtr="1">
            <a:spAutoFit/>
          </a:bodyPr>
          <a:lstStyle/>
          <a:p>
            <a:pPr algn="r">
              <a:spcBef>
                <a:spcPts val="0"/>
              </a:spcBef>
              <a:spcAft>
                <a:spcPts val="0"/>
              </a:spcAft>
            </a:pPr>
            <a:r>
              <a:rPr lang="tr-TR" sz="1100">
                <a:solidFill>
                  <a:srgbClr val="0000FF"/>
                </a:solidFill>
                <a:latin typeface="Calibri" panose="020F0502020204030204" pitchFamily="34" charset="0"/>
              </a:rPr>
              <a:t>Hizmete Özel</a:t>
            </a:r>
          </a:p>
        </p:txBody>
      </p:sp>
    </p:spTree>
  </p:cSld>
  <p:clrMap bg1="lt1" tx1="dk1" bg2="lt2" tx2="dk2" accent1="accent1" accent2="accent2" accent3="accent3" accent4="accent4" accent5="accent5" accent6="accent6" hlink="hlink" folHlink="folHlink"/>
  <p:sldLayoutIdLst>
    <p:sldLayoutId id="2147483658" r:id="rId1"/>
    <p:sldLayoutId id="2147483657" r:id="rId2"/>
    <p:sldLayoutId id="2147483655" r:id="rId3"/>
    <p:sldLayoutId id="2147483659" r:id="rId4"/>
    <p:sldLayoutId id="2147483660" r:id="rId5"/>
    <p:sldLayoutId id="2147483662" r:id="rId6"/>
    <p:sldLayoutId id="2147483656"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1D52"/>
        </a:solidFill>
        <a:effectLst/>
      </p:bgPr>
    </p:bg>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ADA4E0B6-AB97-45FF-B4FB-1F68A719B850}"/>
              </a:ext>
            </a:extLst>
          </p:cNvPr>
          <p:cNvSpPr>
            <a:spLocks noGrp="1"/>
          </p:cNvSpPr>
          <p:nvPr>
            <p:ph type="title"/>
          </p:nvPr>
        </p:nvSpPr>
        <p:spPr/>
        <p:txBody>
          <a:bodyPr/>
          <a:lstStyle/>
          <a:p>
            <a:r>
              <a:rPr b="1">
                <a:latin typeface="Arial"/>
              </a:rPr>
              <a:t>Catalyst</a:t>
            </a:r>
          </a:p>
        </p:txBody>
      </p:sp>
      <p:sp>
        <p:nvSpPr>
          <p:cNvPr id="32" name="TextBox 31"/>
          <p:cNvSpPr txBox="1"/>
          <p:nvPr/>
        </p:nvSpPr>
        <p:spPr>
          <a:xfrm>
            <a:off x="9281160" y="5806440"/>
            <a:ext cx="8138160" cy="1188720"/>
          </a:xfrm>
          <a:prstGeom prst="rect">
            <a:avLst/>
          </a:prstGeom>
          <a:noFill/>
        </p:spPr>
        <p:txBody>
          <a:bodyPr wrap="square">
            <a:spAutoFit/>
          </a:bodyPr>
          <a:lstStyle/>
          <a:p>
            <a:pPr>
              <a:spcAft>
                <a:spcPts val="500"/>
              </a:spcAft>
            </a:pPr>
            <a:r>
              <a:rPr sz="2000" b="0">
                <a:solidFill>
                  <a:srgbClr val="CBBCE6"/>
                </a:solidFill>
                <a:latin typeface="Arial"/>
              </a:rPr>
              <a:t>Komponent Envanter Karar Platformu  ·  Grup 9</a:t>
            </a:r>
          </a:p>
          <a:p>
            <a:pPr>
              <a:spcAft>
                <a:spcPts val="500"/>
              </a:spcAft>
            </a:pPr>
            <a:r>
              <a:rPr sz="1300" b="0">
                <a:solidFill>
                  <a:srgbClr val="E85BD0"/>
                </a:solidFill>
                <a:latin typeface="Arial"/>
              </a:rPr>
              <a:t>Tüm veriler sentetiktir.</a:t>
            </a:r>
          </a:p>
        </p:txBody>
      </p:sp>
      <p:sp>
        <p:nvSpPr>
          <p:cNvPr id="33" name="Rounded Rectangle 32"/>
          <p:cNvSpPr/>
          <p:nvPr/>
        </p:nvSpPr>
        <p:spPr>
          <a:xfrm>
            <a:off x="9281160" y="7452360"/>
            <a:ext cx="2560320" cy="1417320"/>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2400" b="1">
                <a:solidFill>
                  <a:srgbClr val="5CD6BE"/>
                </a:solidFill>
                <a:latin typeface="Arial"/>
              </a:rPr>
              <a:t>1.200→2.000</a:t>
            </a:r>
          </a:p>
          <a:p>
            <a:pPr algn="ctr"/>
            <a:r>
              <a:rPr sz="1250" b="0">
                <a:solidFill>
                  <a:srgbClr val="CBBCE6"/>
                </a:solidFill>
                <a:latin typeface="Arial"/>
              </a:rPr>
              <a:t>uçak, 2025→2033</a:t>
            </a:r>
          </a:p>
        </p:txBody>
      </p:sp>
      <p:sp>
        <p:nvSpPr>
          <p:cNvPr id="34" name="Rounded Rectangle 33"/>
          <p:cNvSpPr/>
          <p:nvPr/>
        </p:nvSpPr>
        <p:spPr>
          <a:xfrm>
            <a:off x="12024360" y="7452360"/>
            <a:ext cx="2560320" cy="1417320"/>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2600" b="1">
                <a:solidFill>
                  <a:srgbClr val="F2B34C"/>
                </a:solidFill>
                <a:latin typeface="Arial"/>
              </a:rPr>
              <a:t>+%63–68</a:t>
            </a:r>
          </a:p>
          <a:p>
            <a:pPr algn="ctr"/>
            <a:r>
              <a:rPr sz="1250" b="0">
                <a:solidFill>
                  <a:srgbClr val="CBBCE6"/>
                </a:solidFill>
                <a:latin typeface="Arial"/>
              </a:rPr>
              <a:t>komponent talebi</a:t>
            </a:r>
          </a:p>
        </p:txBody>
      </p:sp>
      <p:sp>
        <p:nvSpPr>
          <p:cNvPr id="35" name="Rounded Rectangle 34"/>
          <p:cNvSpPr/>
          <p:nvPr/>
        </p:nvSpPr>
        <p:spPr>
          <a:xfrm>
            <a:off x="14767559" y="7452360"/>
            <a:ext cx="2560320" cy="1417320"/>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2600" b="1">
                <a:solidFill>
                  <a:srgbClr val="E85BD0"/>
                </a:solidFill>
                <a:latin typeface="Arial"/>
              </a:rPr>
              <a:t>5.000</a:t>
            </a:r>
          </a:p>
          <a:p>
            <a:pPr algn="ctr"/>
            <a:r>
              <a:rPr sz="1250" b="0">
                <a:solidFill>
                  <a:srgbClr val="CBBCE6"/>
                </a:solidFill>
                <a:latin typeface="Arial"/>
              </a:rPr>
              <a:t>parça tek platformda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218"/>
        </a:solidFill>
        <a:effectLst/>
      </p:bgPr>
    </p:bg>
    <p:spTree>
      <p:nvGrpSpPr>
        <p:cNvPr id="1" name=""/>
        <p:cNvGrpSpPr/>
        <p:nvPr/>
      </p:nvGrpSpPr>
      <p:grpSpPr>
        <a:xfrm>
          <a:off x="0" y="0"/>
          <a:ext cx="0" cy="0"/>
          <a:chOff x="0" y="0"/>
          <a:chExt cx="0" cy="0"/>
        </a:xfrm>
      </p:grpSpPr>
      <p:sp>
        <p:nvSpPr>
          <p:cNvPr id="52" name="Title 51">
            <a:extLst>
              <a:ext uri="{FF2B5EF4-FFF2-40B4-BE49-F238E27FC236}">
                <a16:creationId xmlns:a16="http://schemas.microsoft.com/office/drawing/2014/main" id="{3FA9B23E-82DE-40C5-B2A6-99C5F7922385}"/>
              </a:ext>
            </a:extLst>
          </p:cNvPr>
          <p:cNvSpPr>
            <a:spLocks noGrp="1"/>
          </p:cNvSpPr>
          <p:nvPr>
            <p:ph type="title"/>
          </p:nvPr>
        </p:nvSpPr>
        <p:spPr/>
        <p:txBody>
          <a:bodyPr/>
          <a:lstStyle/>
          <a:p>
            <a:r>
              <a:rPr lang="tr-TR" dirty="0" b="1">
                <a:latin typeface="Arial"/>
              </a:rPr>
              <a:t>Problem: Büyüme Değil, Talebin Yer Değiştirmesi</a:t>
            </a:r>
          </a:p>
        </p:txBody>
      </p:sp>
      <p:pic>
        <p:nvPicPr>
          <p:cNvPr id="53" name="Picture 52" descr="s2_goc.png"/>
          <p:cNvPicPr>
            <a:picLocks noChangeAspect="1"/>
          </p:cNvPicPr>
          <p:nvPr/>
        </p:nvPicPr>
        <p:blipFill>
          <a:blip r:embed="rId2"/>
          <a:stretch>
            <a:fillRect/>
          </a:stretch>
        </p:blipFill>
        <p:spPr>
          <a:xfrm>
            <a:off x="548640" y="2788920"/>
            <a:ext cx="9418320" cy="4398264"/>
          </a:xfrm>
          <a:prstGeom prst="rect">
            <a:avLst/>
          </a:prstGeom>
        </p:spPr>
      </p:pic>
      <p:sp>
        <p:nvSpPr>
          <p:cNvPr id="54" name="TextBox 53"/>
          <p:cNvSpPr txBox="1"/>
          <p:nvPr/>
        </p:nvSpPr>
        <p:spPr>
          <a:xfrm>
            <a:off x="548640" y="7818120"/>
            <a:ext cx="9418320" cy="1188720"/>
          </a:xfrm>
          <a:prstGeom prst="rect">
            <a:avLst/>
          </a:prstGeom>
          <a:noFill/>
        </p:spPr>
        <p:txBody>
          <a:bodyPr wrap="square">
            <a:spAutoFit/>
          </a:bodyPr>
          <a:lstStyle/>
          <a:p>
            <a:pPr>
              <a:spcAft>
                <a:spcPts val="500"/>
              </a:spcAft>
            </a:pPr>
            <a:r>
              <a:rPr sz="1600" b="1">
                <a:solidFill>
                  <a:srgbClr val="FFFFFF"/>
                </a:solidFill>
                <a:latin typeface="Arial"/>
              </a:rPr>
              <a:t>Kırmızıdaki 134 parçayı kapatmak yalnızca 0,7 M$.</a:t>
            </a:r>
          </a:p>
          <a:p>
            <a:pPr>
              <a:spcAft>
                <a:spcPts val="500"/>
              </a:spcAft>
            </a:pPr>
            <a:r>
              <a:rPr sz="1500" b="0">
                <a:solidFill>
                  <a:srgbClr val="CBBCE6"/>
                </a:solidFill>
                <a:latin typeface="Arial"/>
              </a:rPr>
              <a:t>Sorun para değil. Sorun, stoğun azaldığını kimsenin görememesi.</a:t>
            </a:r>
          </a:p>
        </p:txBody>
      </p:sp>
      <p:sp>
        <p:nvSpPr>
          <p:cNvPr id="55" name="Rounded Rectangle 54"/>
          <p:cNvSpPr/>
          <p:nvPr/>
        </p:nvSpPr>
        <p:spPr>
          <a:xfrm>
            <a:off x="10378440" y="2011680"/>
            <a:ext cx="7269480" cy="1481328"/>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3800" b="1">
                <a:solidFill>
                  <a:srgbClr val="E85BD0"/>
                </a:solidFill>
                <a:latin typeface="Arial"/>
              </a:rPr>
              <a:t>+%63–68</a:t>
            </a:r>
          </a:p>
          <a:p>
            <a:pPr algn="ctr"/>
            <a:r>
              <a:rPr sz="1250" b="0">
                <a:solidFill>
                  <a:srgbClr val="CBBCE6"/>
                </a:solidFill>
                <a:latin typeface="Arial"/>
              </a:rPr>
              <a:t>2033 talep artışı, nokta değil aralık</a:t>
            </a:r>
          </a:p>
        </p:txBody>
      </p:sp>
      <p:sp>
        <p:nvSpPr>
          <p:cNvPr id="56" name="Rounded Rectangle 55"/>
          <p:cNvSpPr/>
          <p:nvPr/>
        </p:nvSpPr>
        <p:spPr>
          <a:xfrm>
            <a:off x="10378440" y="3813048"/>
            <a:ext cx="7269480" cy="1481328"/>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3800" b="1">
                <a:solidFill>
                  <a:srgbClr val="F2B34C"/>
                </a:solidFill>
                <a:latin typeface="Arial"/>
              </a:rPr>
              <a:t>%34 → %65</a:t>
            </a:r>
          </a:p>
          <a:p>
            <a:pPr algn="ctr"/>
            <a:r>
              <a:rPr sz="1250" b="0">
                <a:solidFill>
                  <a:srgbClr val="CBBCE6"/>
                </a:solidFill>
                <a:latin typeface="Arial"/>
              </a:rPr>
              <a:t>yeni nesil payı: talep yer değiştiriyor</a:t>
            </a:r>
          </a:p>
        </p:txBody>
      </p:sp>
      <p:sp>
        <p:nvSpPr>
          <p:cNvPr id="57" name="Rounded Rectangle 56"/>
          <p:cNvSpPr/>
          <p:nvPr/>
        </p:nvSpPr>
        <p:spPr>
          <a:xfrm>
            <a:off x="10378440" y="5614416"/>
            <a:ext cx="7269480" cy="1481328"/>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3800" b="1">
                <a:solidFill>
                  <a:srgbClr val="E85BD0"/>
                </a:solidFill>
                <a:latin typeface="Arial"/>
              </a:rPr>
              <a:t>72 / 134</a:t>
            </a:r>
          </a:p>
          <a:p>
            <a:pPr algn="ctr"/>
            <a:r>
              <a:rPr sz="1250" b="0">
                <a:solidFill>
                  <a:srgbClr val="CBBCE6"/>
                </a:solidFill>
                <a:latin typeface="Arial"/>
              </a:rPr>
              <a:t>siparişsiz kırmızı / toplam kırmızı parça</a:t>
            </a:r>
          </a:p>
        </p:txBody>
      </p:sp>
      <p:sp>
        <p:nvSpPr>
          <p:cNvPr id="58" name="Rounded Rectangle 57"/>
          <p:cNvSpPr/>
          <p:nvPr/>
        </p:nvSpPr>
        <p:spPr>
          <a:xfrm>
            <a:off x="10378440" y="7415783"/>
            <a:ext cx="7269480" cy="1481328"/>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2800" b="1">
                <a:solidFill>
                  <a:srgbClr val="F2B34C"/>
                </a:solidFill>
                <a:latin typeface="Arial"/>
              </a:rPr>
              <a:t>İGA +%52 · ADB +%82</a:t>
            </a:r>
          </a:p>
          <a:p>
            <a:pPr algn="ctr"/>
            <a:r>
              <a:rPr sz="1250" b="0">
                <a:solidFill>
                  <a:srgbClr val="CBBCE6"/>
                </a:solidFill>
                <a:latin typeface="Arial"/>
              </a:rPr>
              <a:t>istasyon yükü: yapı hub’lara dağılıyor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218"/>
        </a:solidFill>
        <a:effectLst/>
      </p:bgPr>
    </p:bg>
    <p:spTree>
      <p:nvGrpSpPr>
        <p:cNvPr id="1" name=""/>
        <p:cNvGrpSpPr/>
        <p:nvPr/>
      </p:nvGrpSpPr>
      <p:grpSpPr>
        <a:xfrm>
          <a:off x="0" y="0"/>
          <a:ext cx="0" cy="0"/>
          <a:chOff x="0" y="0"/>
          <a:chExt cx="0" cy="0"/>
        </a:xfrm>
      </p:grpSpPr>
      <p:grpSp>
        <p:nvGrpSpPr>
          <p:cNvPr id="28" name="Group 28"/>
          <p:cNvGrpSpPr/>
          <p:nvPr/>
        </p:nvGrpSpPr>
        <p:grpSpPr>
          <a:xfrm>
            <a:off x="94069" y="4411093"/>
            <a:ext cx="2926994" cy="3758605"/>
            <a:chOff x="0" y="-19050"/>
            <a:chExt cx="1083733" cy="1391641"/>
          </a:xfrm>
        </p:grpSpPr>
        <p:sp>
          <p:nvSpPr>
            <p:cNvPr id="29" name="Freeform 29"/>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30" name="TextBox 30"/>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sp>
        <p:nvSpPr>
          <p:cNvPr id="32" name="AutoShape 32"/>
          <p:cNvSpPr/>
          <p:nvPr/>
        </p:nvSpPr>
        <p:spPr>
          <a:xfrm>
            <a:off x="1629656" y="2919598"/>
            <a:ext cx="15198091" cy="0"/>
          </a:xfrm>
          <a:prstGeom prst="line">
            <a:avLst/>
          </a:prstGeom>
          <a:ln w="19050" cap="flat">
            <a:solidFill>
              <a:srgbClr val="FFFFFF"/>
            </a:solidFill>
            <a:prstDash val="sysDot"/>
            <a:headEnd type="none" w="sm" len="sm"/>
            <a:tailEnd type="none" w="sm" len="sm"/>
          </a:ln>
        </p:spPr>
      </p:sp>
      <p:grpSp>
        <p:nvGrpSpPr>
          <p:cNvPr id="33" name="Group 33"/>
          <p:cNvGrpSpPr/>
          <p:nvPr/>
        </p:nvGrpSpPr>
        <p:grpSpPr>
          <a:xfrm>
            <a:off x="1460253" y="2834896"/>
            <a:ext cx="169403" cy="169403"/>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35" name="TextBox 35"/>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grpSp>
        <p:nvGrpSpPr>
          <p:cNvPr id="37" name="Group 37"/>
          <p:cNvGrpSpPr/>
          <p:nvPr/>
        </p:nvGrpSpPr>
        <p:grpSpPr>
          <a:xfrm>
            <a:off x="3121076" y="4484346"/>
            <a:ext cx="2926994" cy="3707154"/>
            <a:chOff x="0" y="0"/>
            <a:chExt cx="1083733" cy="1372591"/>
          </a:xfrm>
        </p:grpSpPr>
        <p:sp>
          <p:nvSpPr>
            <p:cNvPr id="38" name="Freeform 38"/>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39" name="TextBox 39"/>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grpSp>
        <p:nvGrpSpPr>
          <p:cNvPr id="41" name="Group 41"/>
          <p:cNvGrpSpPr/>
          <p:nvPr/>
        </p:nvGrpSpPr>
        <p:grpSpPr>
          <a:xfrm>
            <a:off x="4499871" y="2834896"/>
            <a:ext cx="169403" cy="169403"/>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43" name="TextBox 43"/>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grpSp>
        <p:nvGrpSpPr>
          <p:cNvPr id="45" name="Group 45"/>
          <p:cNvGrpSpPr/>
          <p:nvPr/>
        </p:nvGrpSpPr>
        <p:grpSpPr>
          <a:xfrm>
            <a:off x="6160694" y="4484346"/>
            <a:ext cx="2926994" cy="3707154"/>
            <a:chOff x="0" y="0"/>
            <a:chExt cx="1083733" cy="1372591"/>
          </a:xfrm>
        </p:grpSpPr>
        <p:sp>
          <p:nvSpPr>
            <p:cNvPr id="46" name="Freeform 46"/>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47" name="TextBox 47"/>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grpSp>
        <p:nvGrpSpPr>
          <p:cNvPr id="49" name="Group 49"/>
          <p:cNvGrpSpPr/>
          <p:nvPr/>
        </p:nvGrpSpPr>
        <p:grpSpPr>
          <a:xfrm>
            <a:off x="7539489" y="2835437"/>
            <a:ext cx="169403" cy="169403"/>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51" name="TextBox 51"/>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grpSp>
        <p:nvGrpSpPr>
          <p:cNvPr id="53" name="Group 53"/>
          <p:cNvGrpSpPr/>
          <p:nvPr/>
        </p:nvGrpSpPr>
        <p:grpSpPr>
          <a:xfrm>
            <a:off x="9200312" y="4484346"/>
            <a:ext cx="2926994" cy="3707154"/>
            <a:chOff x="0" y="0"/>
            <a:chExt cx="1083733" cy="1372591"/>
          </a:xfrm>
        </p:grpSpPr>
        <p:sp>
          <p:nvSpPr>
            <p:cNvPr id="54" name="Freeform 54"/>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55" name="TextBox 55"/>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grpSp>
        <p:nvGrpSpPr>
          <p:cNvPr id="57" name="Group 57"/>
          <p:cNvGrpSpPr/>
          <p:nvPr/>
        </p:nvGrpSpPr>
        <p:grpSpPr>
          <a:xfrm>
            <a:off x="10579107" y="2834896"/>
            <a:ext cx="169403" cy="169403"/>
            <a:chOff x="0" y="0"/>
            <a:chExt cx="812800" cy="812800"/>
          </a:xfrm>
        </p:grpSpPr>
        <p:sp>
          <p:nvSpPr>
            <p:cNvPr id="58" name="Freeform 5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59" name="TextBox 59"/>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grpSp>
        <p:nvGrpSpPr>
          <p:cNvPr id="61" name="Group 61"/>
          <p:cNvGrpSpPr/>
          <p:nvPr/>
        </p:nvGrpSpPr>
        <p:grpSpPr>
          <a:xfrm>
            <a:off x="12239930" y="4484346"/>
            <a:ext cx="2926994" cy="3707154"/>
            <a:chOff x="0" y="0"/>
            <a:chExt cx="1083733" cy="1372591"/>
          </a:xfrm>
        </p:grpSpPr>
        <p:sp>
          <p:nvSpPr>
            <p:cNvPr id="62" name="Freeform 62"/>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63" name="TextBox 63"/>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grpSp>
        <p:nvGrpSpPr>
          <p:cNvPr id="65" name="Group 65"/>
          <p:cNvGrpSpPr/>
          <p:nvPr/>
        </p:nvGrpSpPr>
        <p:grpSpPr>
          <a:xfrm>
            <a:off x="13618726" y="2834896"/>
            <a:ext cx="169403" cy="169403"/>
            <a:chOff x="0" y="0"/>
            <a:chExt cx="812800" cy="812800"/>
          </a:xfrm>
        </p:grpSpPr>
        <p:sp>
          <p:nvSpPr>
            <p:cNvPr id="66" name="Freeform 6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67" name="TextBox 67"/>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sp>
        <p:nvSpPr>
          <p:cNvPr id="68" name="Freeform 68"/>
          <p:cNvSpPr/>
          <p:nvPr/>
        </p:nvSpPr>
        <p:spPr>
          <a:xfrm rot="-5400000">
            <a:off x="971380" y="2583665"/>
            <a:ext cx="1147149" cy="2294298"/>
          </a:xfrm>
          <a:custGeom>
            <a:avLst/>
            <a:gdLst/>
            <a:ahLst/>
            <a:cxnLst/>
            <a:rect l="l" t="t" r="r" b="b"/>
            <a:pathLst>
              <a:path w="1147149" h="2294298">
                <a:moveTo>
                  <a:pt x="0" y="0"/>
                </a:moveTo>
                <a:lnTo>
                  <a:pt x="1147149" y="0"/>
                </a:lnTo>
                <a:lnTo>
                  <a:pt x="1147149"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9" name="TextBox 69"/>
          <p:cNvSpPr txBox="1"/>
          <p:nvPr/>
        </p:nvSpPr>
        <p:spPr>
          <a:xfrm>
            <a:off x="454351" y="3608251"/>
            <a:ext cx="2181207" cy="306705"/>
          </a:xfrm>
          <a:prstGeom prst="rect">
            <a:avLst/>
          </a:prstGeom>
        </p:spPr>
        <p:txBody>
          <a:bodyPr lIns="0" tIns="0" rIns="0" bIns="0" rtlCol="0" anchor="t">
            <a:spAutoFit/>
          </a:bodyPr>
          <a:lstStyle/>
          <a:p>
            <a:pPr marL="0" lvl="0" indent="0" algn="ctr">
              <a:lnSpc>
                <a:spcPts val="2519"/>
              </a:lnSpc>
              <a:spcBef>
                <a:spcPct val="0"/>
              </a:spcBef>
            </a:pPr>
            <a:r>
              <a:rPr lang="en-US" sz="1799" b="1" dirty="0">
                <a:solidFill>
                  <a:srgbClr val="FFFFFF"/>
                </a:solidFill>
                <a:latin typeface="Arial" panose="00000800000000000000" charset="0"/>
                <a:ea typeface="Garet Bold"/>
                <a:cs typeface="Poppins Bold" panose="00000800000000000000" charset="0"/>
                <a:sym typeface="Garet Bold"/>
              </a:rPr>
              <a:t>BAĞLAN</a:t>
            </a:r>
          </a:p>
        </p:txBody>
      </p:sp>
      <p:sp>
        <p:nvSpPr>
          <p:cNvPr id="70" name="Freeform 70"/>
          <p:cNvSpPr/>
          <p:nvPr/>
        </p:nvSpPr>
        <p:spPr>
          <a:xfrm rot="-5400000">
            <a:off x="4010998" y="2583665"/>
            <a:ext cx="1147149" cy="2294298"/>
          </a:xfrm>
          <a:custGeom>
            <a:avLst/>
            <a:gdLst/>
            <a:ahLst/>
            <a:cxnLst/>
            <a:rect l="l" t="t" r="r" b="b"/>
            <a:pathLst>
              <a:path w="1147149" h="2294298">
                <a:moveTo>
                  <a:pt x="0" y="0"/>
                </a:moveTo>
                <a:lnTo>
                  <a:pt x="1147149" y="0"/>
                </a:lnTo>
                <a:lnTo>
                  <a:pt x="1147149"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71" name="TextBox 71"/>
          <p:cNvSpPr txBox="1"/>
          <p:nvPr/>
        </p:nvSpPr>
        <p:spPr>
          <a:xfrm>
            <a:off x="3546082" y="3608251"/>
            <a:ext cx="2076983"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Arial" panose="00000800000000000000" charset="0"/>
                <a:ea typeface="Garet Bold"/>
                <a:cs typeface="Poppins Bold" panose="00000800000000000000" charset="0"/>
                <a:sym typeface="Garet Bold"/>
              </a:rPr>
              <a:t>BİRLEŞTİR</a:t>
            </a:r>
          </a:p>
        </p:txBody>
      </p:sp>
      <p:sp>
        <p:nvSpPr>
          <p:cNvPr id="72" name="Freeform 72"/>
          <p:cNvSpPr/>
          <p:nvPr/>
        </p:nvSpPr>
        <p:spPr>
          <a:xfrm rot="-5400000">
            <a:off x="7050616" y="2583665"/>
            <a:ext cx="1147149" cy="2294298"/>
          </a:xfrm>
          <a:custGeom>
            <a:avLst/>
            <a:gdLst/>
            <a:ahLst/>
            <a:cxnLst/>
            <a:rect l="l" t="t" r="r" b="b"/>
            <a:pathLst>
              <a:path w="1147149" h="2294298">
                <a:moveTo>
                  <a:pt x="0" y="0"/>
                </a:moveTo>
                <a:lnTo>
                  <a:pt x="1147150" y="0"/>
                </a:lnTo>
                <a:lnTo>
                  <a:pt x="1147150"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73" name="TextBox 73"/>
          <p:cNvSpPr txBox="1"/>
          <p:nvPr/>
        </p:nvSpPr>
        <p:spPr>
          <a:xfrm>
            <a:off x="6683144" y="3608251"/>
            <a:ext cx="1823866"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Arial" panose="00000800000000000000" charset="0"/>
                <a:ea typeface="Garet Bold"/>
                <a:cs typeface="Poppins Bold" panose="00000800000000000000" charset="0"/>
                <a:sym typeface="Garet Bold"/>
              </a:rPr>
              <a:t>ÖNGÖR</a:t>
            </a:r>
          </a:p>
        </p:txBody>
      </p:sp>
      <p:sp>
        <p:nvSpPr>
          <p:cNvPr id="74" name="Freeform 74"/>
          <p:cNvSpPr/>
          <p:nvPr/>
        </p:nvSpPr>
        <p:spPr>
          <a:xfrm rot="-5400000">
            <a:off x="10090234" y="2583665"/>
            <a:ext cx="1147149" cy="2294298"/>
          </a:xfrm>
          <a:custGeom>
            <a:avLst/>
            <a:gdLst/>
            <a:ahLst/>
            <a:cxnLst/>
            <a:rect l="l" t="t" r="r" b="b"/>
            <a:pathLst>
              <a:path w="1147149" h="2294298">
                <a:moveTo>
                  <a:pt x="0" y="0"/>
                </a:moveTo>
                <a:lnTo>
                  <a:pt x="1147150" y="0"/>
                </a:lnTo>
                <a:lnTo>
                  <a:pt x="1147150"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75" name="TextBox 75"/>
          <p:cNvSpPr txBox="1"/>
          <p:nvPr/>
        </p:nvSpPr>
        <p:spPr>
          <a:xfrm>
            <a:off x="9647101" y="3608251"/>
            <a:ext cx="2033416"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Arial" panose="00000800000000000000" charset="0"/>
                <a:ea typeface="Garet Bold"/>
                <a:cs typeface="Poppins Bold" panose="00000800000000000000" charset="0"/>
                <a:sym typeface="Garet Bold"/>
              </a:rPr>
              <a:t>UYAR</a:t>
            </a:r>
          </a:p>
        </p:txBody>
      </p:sp>
      <p:sp>
        <p:nvSpPr>
          <p:cNvPr id="76" name="Freeform 76"/>
          <p:cNvSpPr/>
          <p:nvPr/>
        </p:nvSpPr>
        <p:spPr>
          <a:xfrm rot="-5400000">
            <a:off x="13129853" y="2583665"/>
            <a:ext cx="1147149" cy="2294298"/>
          </a:xfrm>
          <a:custGeom>
            <a:avLst/>
            <a:gdLst/>
            <a:ahLst/>
            <a:cxnLst/>
            <a:rect l="l" t="t" r="r" b="b"/>
            <a:pathLst>
              <a:path w="1147149" h="2294298">
                <a:moveTo>
                  <a:pt x="0" y="0"/>
                </a:moveTo>
                <a:lnTo>
                  <a:pt x="1147149" y="0"/>
                </a:lnTo>
                <a:lnTo>
                  <a:pt x="1147149"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77" name="TextBox 77"/>
          <p:cNvSpPr txBox="1"/>
          <p:nvPr/>
        </p:nvSpPr>
        <p:spPr>
          <a:xfrm>
            <a:off x="12792033" y="3608251"/>
            <a:ext cx="1823866"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Arial" panose="00000800000000000000" charset="0"/>
                <a:ea typeface="Garet Bold"/>
                <a:cs typeface="Poppins Bold" panose="00000800000000000000" charset="0"/>
                <a:sym typeface="Garet Bold"/>
              </a:rPr>
              <a:t>HAREKETE GEÇ</a:t>
            </a:r>
          </a:p>
        </p:txBody>
      </p:sp>
      <p:grpSp>
        <p:nvGrpSpPr>
          <p:cNvPr id="79" name="Group 79"/>
          <p:cNvGrpSpPr/>
          <p:nvPr/>
        </p:nvGrpSpPr>
        <p:grpSpPr>
          <a:xfrm>
            <a:off x="15279548" y="4484346"/>
            <a:ext cx="2926994" cy="3707154"/>
            <a:chOff x="0" y="0"/>
            <a:chExt cx="1083733" cy="1372591"/>
          </a:xfrm>
        </p:grpSpPr>
        <p:sp>
          <p:nvSpPr>
            <p:cNvPr id="80" name="Freeform 80"/>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81" name="TextBox 81"/>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sp>
        <p:nvSpPr>
          <p:cNvPr id="83" name="Freeform 83"/>
          <p:cNvSpPr/>
          <p:nvPr/>
        </p:nvSpPr>
        <p:spPr>
          <a:xfrm rot="-5400000">
            <a:off x="16169471" y="2583665"/>
            <a:ext cx="1147149" cy="2294298"/>
          </a:xfrm>
          <a:custGeom>
            <a:avLst/>
            <a:gdLst/>
            <a:ahLst/>
            <a:cxnLst/>
            <a:rect l="l" t="t" r="r" b="b"/>
            <a:pathLst>
              <a:path w="1147149" h="2294298">
                <a:moveTo>
                  <a:pt x="0" y="0"/>
                </a:moveTo>
                <a:lnTo>
                  <a:pt x="1147149" y="0"/>
                </a:lnTo>
                <a:lnTo>
                  <a:pt x="1147149"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84" name="TextBox 84"/>
          <p:cNvSpPr txBox="1"/>
          <p:nvPr/>
        </p:nvSpPr>
        <p:spPr>
          <a:xfrm>
            <a:off x="15831651" y="3608251"/>
            <a:ext cx="1823866"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Arial" panose="00000800000000000000" charset="0"/>
                <a:ea typeface="Garet Bold"/>
                <a:cs typeface="Poppins Bold" panose="00000800000000000000" charset="0"/>
                <a:sym typeface="Garet Bold"/>
              </a:rPr>
              <a:t>PROVA ET</a:t>
            </a:r>
          </a:p>
        </p:txBody>
      </p:sp>
      <p:grpSp>
        <p:nvGrpSpPr>
          <p:cNvPr id="85" name="Group 85"/>
          <p:cNvGrpSpPr/>
          <p:nvPr/>
        </p:nvGrpSpPr>
        <p:grpSpPr>
          <a:xfrm>
            <a:off x="16658344" y="2834896"/>
            <a:ext cx="169403" cy="169403"/>
            <a:chOff x="0" y="0"/>
            <a:chExt cx="812800" cy="812800"/>
          </a:xfrm>
        </p:grpSpPr>
        <p:sp>
          <p:nvSpPr>
            <p:cNvPr id="86" name="Freeform 8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87" name="TextBox 87"/>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sp>
        <p:nvSpPr>
          <p:cNvPr id="88" name="TextBox 88"/>
          <p:cNvSpPr txBox="1"/>
          <p:nvPr/>
        </p:nvSpPr>
        <p:spPr>
          <a:xfrm>
            <a:off x="107715" y="4868293"/>
            <a:ext cx="2874480" cy="2869888"/>
          </a:xfrm>
          <a:prstGeom prst="rect">
            <a:avLst/>
          </a:prstGeom>
        </p:spPr>
        <p:txBody>
          <a:bodyPr lIns="0" tIns="0" rIns="0" bIns="0" rtlCol="0" anchor="t">
            <a:spAutoFit/>
          </a:bodyPr>
          <a:lstStyle/>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Mevcut sistemleri yalnızca okur, hiçbirine yazmaz.</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marL="0" lvl="0" indent="0" algn="l">
              <a:lnSpc>
                <a:spcPts val="2520"/>
              </a:lnSpc>
              <a:spcBef>
                <a:spcPct val="0"/>
              </a:spcBef>
            </a:pPr>
            <a:r>
              <a:rPr lang="en-US" sz="1300" b="0" dirty="0">
                <a:solidFill>
                  <a:srgbClr val="FFFFFF"/>
                </a:solidFill>
                <a:latin typeface="Arial" panose="00000800000000000000" charset="0"/>
                <a:ea typeface="Garet Bold"/>
                <a:cs typeface="Poppins Bold" panose="00000800000000000000" charset="0"/>
                <a:sym typeface="Garet Bold"/>
              </a:rPr>
              <a:t/>
            </a:r>
          </a:p>
        </p:txBody>
      </p:sp>
      <p:sp>
        <p:nvSpPr>
          <p:cNvPr id="89" name="TextBox 89"/>
          <p:cNvSpPr txBox="1"/>
          <p:nvPr/>
        </p:nvSpPr>
        <p:spPr>
          <a:xfrm>
            <a:off x="3064764" y="4868293"/>
            <a:ext cx="3039618" cy="2869888"/>
          </a:xfrm>
          <a:prstGeom prst="rect">
            <a:avLst/>
          </a:prstGeom>
        </p:spPr>
        <p:txBody>
          <a:bodyPr lIns="0" tIns="0" rIns="0" bIns="0" rtlCol="0" anchor="t">
            <a:spAutoFit/>
          </a:bodyPr>
          <a:lstStyle/>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Her parçanın dağınık kaydı tek kimlikte birleşir.</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marL="0" lvl="0" indent="0" algn="l">
              <a:lnSpc>
                <a:spcPts val="2520"/>
              </a:lnSpc>
              <a:spcBef>
                <a:spcPct val="0"/>
              </a:spcBef>
            </a:pPr>
            <a:r>
              <a:rPr lang="en-US" sz="1300" b="0">
                <a:solidFill>
                  <a:srgbClr val="FFFFFF"/>
                </a:solidFill>
                <a:latin typeface="Arial" panose="00000800000000000000" charset="0"/>
                <a:ea typeface="Garet Bold"/>
                <a:cs typeface="Poppins Bold" panose="00000800000000000000" charset="0"/>
                <a:sym typeface="Garet Bold"/>
              </a:rPr>
              <a:t/>
            </a:r>
          </a:p>
        </p:txBody>
      </p:sp>
      <p:sp>
        <p:nvSpPr>
          <p:cNvPr id="90" name="TextBox 90"/>
          <p:cNvSpPr txBox="1"/>
          <p:nvPr/>
        </p:nvSpPr>
        <p:spPr>
          <a:xfrm>
            <a:off x="6191060" y="4868293"/>
            <a:ext cx="2808034" cy="2869888"/>
          </a:xfrm>
          <a:prstGeom prst="rect">
            <a:avLst/>
          </a:prstGeom>
        </p:spPr>
        <p:txBody>
          <a:bodyPr lIns="0" tIns="0" rIns="0" bIns="0" rtlCol="0" anchor="t">
            <a:spAutoFit/>
          </a:bodyPr>
          <a:lstStyle/>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Talep, parça grubuna uygun yöntemle aralık olarak tahmin edilir.</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marL="0" lvl="0" indent="0" algn="l">
              <a:lnSpc>
                <a:spcPts val="2520"/>
              </a:lnSpc>
              <a:spcBef>
                <a:spcPct val="0"/>
              </a:spcBef>
            </a:pPr>
            <a:r>
              <a:rPr lang="en-US" sz="1300" b="0">
                <a:solidFill>
                  <a:srgbClr val="FFFFFF"/>
                </a:solidFill>
                <a:latin typeface="Arial" panose="00000800000000000000" charset="0"/>
                <a:ea typeface="Garet Bold"/>
                <a:cs typeface="Poppins Bold" panose="00000800000000000000" charset="0"/>
                <a:sym typeface="Garet Bold"/>
              </a:rPr>
              <a:t/>
            </a:r>
          </a:p>
        </p:txBody>
      </p:sp>
      <p:sp>
        <p:nvSpPr>
          <p:cNvPr id="91" name="TextBox 91"/>
          <p:cNvSpPr txBox="1"/>
          <p:nvPr/>
        </p:nvSpPr>
        <p:spPr>
          <a:xfrm>
            <a:off x="15357424" y="4868293"/>
            <a:ext cx="2808034" cy="2869888"/>
          </a:xfrm>
          <a:prstGeom prst="rect">
            <a:avLst/>
          </a:prstGeom>
        </p:spPr>
        <p:txBody>
          <a:bodyPr lIns="0" tIns="0" rIns="0" bIns="0" rtlCol="0" anchor="t">
            <a:spAutoFit/>
          </a:bodyPr>
          <a:lstStyle/>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Krizler önceden denenir, bütçe en çok riske gider.</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marL="0" lvl="0" indent="0" algn="l">
              <a:lnSpc>
                <a:spcPts val="2520"/>
              </a:lnSpc>
              <a:spcBef>
                <a:spcPct val="0"/>
              </a:spcBef>
            </a:pPr>
            <a:r>
              <a:rPr lang="en-US" sz="1300" b="0" dirty="0">
                <a:solidFill>
                  <a:srgbClr val="FFFFFF"/>
                </a:solidFill>
                <a:latin typeface="Arial" panose="00000800000000000000" charset="0"/>
                <a:ea typeface="Garet Bold"/>
                <a:cs typeface="Poppins Bold" panose="00000800000000000000" charset="0"/>
                <a:sym typeface="Garet Bold"/>
              </a:rPr>
              <a:t/>
            </a:r>
          </a:p>
        </p:txBody>
      </p:sp>
      <p:sp>
        <p:nvSpPr>
          <p:cNvPr id="92" name="TextBox 92"/>
          <p:cNvSpPr txBox="1"/>
          <p:nvPr/>
        </p:nvSpPr>
        <p:spPr>
          <a:xfrm>
            <a:off x="12358890" y="4868293"/>
            <a:ext cx="2808034" cy="2869888"/>
          </a:xfrm>
          <a:prstGeom prst="rect">
            <a:avLst/>
          </a:prstGeom>
        </p:spPr>
        <p:txBody>
          <a:bodyPr lIns="0" tIns="0" rIns="0" bIns="0" rtlCol="0" anchor="t">
            <a:spAutoFit/>
          </a:bodyPr>
          <a:lstStyle/>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Tamir, havuz, hurda ve alım tek puanla sıralanır.</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dirty="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marL="0" lvl="0" indent="0" algn="l">
              <a:lnSpc>
                <a:spcPts val="2520"/>
              </a:lnSpc>
              <a:spcBef>
                <a:spcPct val="0"/>
              </a:spcBef>
            </a:pPr>
            <a:r>
              <a:rPr lang="en-US" sz="1300" b="0" dirty="0">
                <a:solidFill>
                  <a:srgbClr val="FFFFFF"/>
                </a:solidFill>
                <a:latin typeface="Arial" panose="00000800000000000000" charset="0"/>
                <a:ea typeface="Garet Bold"/>
                <a:cs typeface="Poppins Bold" panose="00000800000000000000" charset="0"/>
                <a:sym typeface="Garet Bold"/>
              </a:rPr>
              <a:t/>
            </a:r>
          </a:p>
        </p:txBody>
      </p:sp>
      <p:sp>
        <p:nvSpPr>
          <p:cNvPr id="93" name="TextBox 93"/>
          <p:cNvSpPr txBox="1"/>
          <p:nvPr/>
        </p:nvSpPr>
        <p:spPr>
          <a:xfrm>
            <a:off x="9249487" y="4868293"/>
            <a:ext cx="2808034" cy="2869888"/>
          </a:xfrm>
          <a:prstGeom prst="rect">
            <a:avLst/>
          </a:prstGeom>
        </p:spPr>
        <p:txBody>
          <a:bodyPr lIns="0" tIns="0" rIns="0" bIns="0" rtlCol="0" anchor="t">
            <a:spAutoFit/>
          </a:bodyPr>
          <a:lstStyle/>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Stok yetmeyecekse alarm, aksiyon önerisiyle birlikte gelir.</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l">
              <a:lnSpc>
                <a:spcPts val="2520"/>
              </a:lnSpc>
            </a:pPr>
            <a:r>
              <a:rPr lang="en-US" sz="1300" b="0">
                <a:solidFill>
                  <a:srgbClr val="FFFFFF"/>
                </a:solidFill>
                <a:latin typeface="Arial" panose="00000800000000000000" charset="0"/>
                <a:ea typeface="Garet Bold"/>
                <a:cs typeface="Poppins Bold" panose="00000800000000000000" charset="0"/>
                <a:sym typeface="Garet Bold"/>
              </a:rPr>
              <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marL="0" lvl="0" indent="0" algn="l">
              <a:lnSpc>
                <a:spcPts val="2520"/>
              </a:lnSpc>
              <a:spcBef>
                <a:spcPct val="0"/>
              </a:spcBef>
            </a:pPr>
            <a:r>
              <a:rPr lang="en-US" sz="1300" b="0">
                <a:solidFill>
                  <a:srgbClr val="FFFFFF"/>
                </a:solidFill>
                <a:latin typeface="Arial" panose="00000800000000000000" charset="0"/>
                <a:ea typeface="Garet Bold"/>
                <a:cs typeface="Poppins Bold" panose="00000800000000000000" charset="0"/>
                <a:sym typeface="Garet Bold"/>
              </a:rPr>
              <a:t/>
            </a:r>
          </a:p>
        </p:txBody>
      </p:sp>
      <p:sp>
        <p:nvSpPr>
          <p:cNvPr id="27" name="Title 26">
            <a:extLst>
              <a:ext uri="{FF2B5EF4-FFF2-40B4-BE49-F238E27FC236}">
                <a16:creationId xmlns:a16="http://schemas.microsoft.com/office/drawing/2014/main" id="{0EE0F353-4BFF-4B56-B331-A8DB49F4C0B4}"/>
              </a:ext>
            </a:extLst>
          </p:cNvPr>
          <p:cNvSpPr>
            <a:spLocks noGrp="1"/>
          </p:cNvSpPr>
          <p:nvPr>
            <p:ph type="title"/>
          </p:nvPr>
        </p:nvSpPr>
        <p:spPr>
          <a:xfrm>
            <a:off x="483800" y="456595"/>
            <a:ext cx="11756130" cy="1143000"/>
          </a:xfrm>
        </p:spPr>
        <p:txBody>
          <a:bodyPr>
            <a:normAutofit/>
          </a:bodyPr>
          <a:lstStyle/>
          <a:p>
            <a:r>
              <a:rPr lang="tr-TR" dirty="0" b="1">
                <a:latin typeface="Arial"/>
              </a:rPr>
              <a:t>Çözüm: Uçtan Uca Bir Karar Katmanı</a:t>
            </a:r>
          </a:p>
        </p:txBody>
      </p:sp>
      <p:sp>
        <p:nvSpPr>
          <p:cNvPr id="94" name="Rounded Rectangle 93"/>
          <p:cNvSpPr/>
          <p:nvPr/>
        </p:nvSpPr>
        <p:spPr>
          <a:xfrm>
            <a:off x="199155" y="8275320"/>
            <a:ext cx="5813787" cy="475488"/>
          </a:xfrm>
          <a:prstGeom prst="roundRect">
            <a:avLst>
              <a:gd name="adj" fmla="val 50000"/>
            </a:avLst>
          </a:prstGeom>
          <a:no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7715" y="8343900"/>
            <a:ext cx="5996667" cy="384048"/>
          </a:xfrm>
          <a:prstGeom prst="rect">
            <a:avLst/>
          </a:prstGeom>
          <a:noFill/>
        </p:spPr>
        <p:txBody>
          <a:bodyPr wrap="square">
            <a:spAutoFit/>
          </a:bodyPr>
          <a:lstStyle/>
          <a:p>
            <a:pPr algn="ctr">
              <a:spcAft>
                <a:spcPts val="500"/>
              </a:spcAft>
            </a:pPr>
            <a:r>
              <a:rPr sz="1300" b="1">
                <a:solidFill>
                  <a:srgbClr val="CBBCE6"/>
                </a:solidFill>
                <a:latin typeface="Arial"/>
              </a:rPr>
              <a:t>FAZ 1 · GÖRÜNÜRLÜK</a:t>
            </a:r>
          </a:p>
        </p:txBody>
      </p:sp>
      <p:sp>
        <p:nvSpPr>
          <p:cNvPr id="96" name="Rounded Rectangle 95"/>
          <p:cNvSpPr/>
          <p:nvPr/>
        </p:nvSpPr>
        <p:spPr>
          <a:xfrm>
            <a:off x="6282499" y="8275320"/>
            <a:ext cx="5683581" cy="475488"/>
          </a:xfrm>
          <a:prstGeom prst="roundRect">
            <a:avLst>
              <a:gd name="adj" fmla="val 50000"/>
            </a:avLst>
          </a:prstGeom>
          <a:no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191060" y="8343900"/>
            <a:ext cx="5866461" cy="384048"/>
          </a:xfrm>
          <a:prstGeom prst="rect">
            <a:avLst/>
          </a:prstGeom>
          <a:noFill/>
        </p:spPr>
        <p:txBody>
          <a:bodyPr wrap="square">
            <a:spAutoFit/>
          </a:bodyPr>
          <a:lstStyle/>
          <a:p>
            <a:pPr algn="ctr">
              <a:spcAft>
                <a:spcPts val="500"/>
              </a:spcAft>
            </a:pPr>
            <a:r>
              <a:rPr sz="1300" b="1">
                <a:solidFill>
                  <a:srgbClr val="CBBCE6"/>
                </a:solidFill>
                <a:latin typeface="Arial"/>
              </a:rPr>
              <a:t>FAZ 2 · ÖNGÖRÜ</a:t>
            </a:r>
          </a:p>
        </p:txBody>
      </p:sp>
      <p:sp>
        <p:nvSpPr>
          <p:cNvPr id="98" name="Rounded Rectangle 97"/>
          <p:cNvSpPr/>
          <p:nvPr/>
        </p:nvSpPr>
        <p:spPr>
          <a:xfrm>
            <a:off x="12450329" y="8275320"/>
            <a:ext cx="5623688" cy="475488"/>
          </a:xfrm>
          <a:prstGeom prst="roundRect">
            <a:avLst>
              <a:gd name="adj" fmla="val 50000"/>
            </a:avLst>
          </a:prstGeom>
          <a:no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2358890" y="8343900"/>
            <a:ext cx="5806568" cy="384048"/>
          </a:xfrm>
          <a:prstGeom prst="rect">
            <a:avLst/>
          </a:prstGeom>
          <a:noFill/>
        </p:spPr>
        <p:txBody>
          <a:bodyPr wrap="square">
            <a:spAutoFit/>
          </a:bodyPr>
          <a:lstStyle/>
          <a:p>
            <a:pPr algn="ctr">
              <a:spcAft>
                <a:spcPts val="500"/>
              </a:spcAft>
            </a:pPr>
            <a:r>
              <a:rPr sz="1300" b="1">
                <a:solidFill>
                  <a:srgbClr val="CBBCE6"/>
                </a:solidFill>
                <a:latin typeface="Arial"/>
              </a:rPr>
              <a:t>FAZ 3 · AKSİYON</a:t>
            </a:r>
          </a:p>
        </p:txBody>
      </p:sp>
      <p:sp>
        <p:nvSpPr>
          <p:cNvPr id="100" name="TextBox 99"/>
          <p:cNvSpPr txBox="1"/>
          <p:nvPr/>
        </p:nvSpPr>
        <p:spPr>
          <a:xfrm>
            <a:off x="548640" y="9015984"/>
            <a:ext cx="17099280" cy="548640"/>
          </a:xfrm>
          <a:prstGeom prst="rect">
            <a:avLst/>
          </a:prstGeom>
          <a:noFill/>
        </p:spPr>
        <p:txBody>
          <a:bodyPr wrap="square">
            <a:spAutoFit/>
          </a:bodyPr>
          <a:lstStyle/>
          <a:p>
            <a:pPr algn="ctr">
              <a:spcAft>
                <a:spcPts val="500"/>
              </a:spcAft>
            </a:pPr>
            <a:r>
              <a:rPr sz="1250" b="0">
                <a:solidFill>
                  <a:srgbClr val="9C8AC0"/>
                </a:solidFill>
                <a:latin typeface="Arial"/>
              </a:rPr>
              <a:t>Yol haritasında: hub’lar arası acil parça getirimi · bekleme penceresine bakım önerisi · eşzamanlı bakımda parça değişimi · geri bildirimle öğrenen model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218"/>
        </a:solidFill>
        <a:effectLst/>
      </p:bgPr>
    </p:bg>
    <p:spTree>
      <p:nvGrpSpPr>
        <p:cNvPr id="1" name=""/>
        <p:cNvGrpSpPr/>
        <p:nvPr/>
      </p:nvGrpSpPr>
      <p:grpSpPr>
        <a:xfrm>
          <a:off x="0" y="0"/>
          <a:ext cx="0" cy="0"/>
          <a:chOff x="0" y="0"/>
          <a:chExt cx="0" cy="0"/>
        </a:xfrm>
      </p:grpSpPr>
      <p:grpSp>
        <p:nvGrpSpPr>
          <p:cNvPr id="28" name="Group 28"/>
          <p:cNvGrpSpPr/>
          <p:nvPr/>
        </p:nvGrpSpPr>
        <p:grpSpPr>
          <a:xfrm>
            <a:off x="1604065" y="1943100"/>
            <a:ext cx="4859128" cy="3619359"/>
            <a:chOff x="0" y="0"/>
            <a:chExt cx="1266362" cy="943259"/>
          </a:xfrm>
        </p:grpSpPr>
        <p:sp>
          <p:nvSpPr>
            <p:cNvPr id="29" name="Freeform 29"/>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30" name="TextBox 30"/>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31" name="Group 31"/>
          <p:cNvGrpSpPr/>
          <p:nvPr/>
        </p:nvGrpSpPr>
        <p:grpSpPr>
          <a:xfrm>
            <a:off x="1604065" y="5829159"/>
            <a:ext cx="4859128" cy="3619359"/>
            <a:chOff x="0" y="0"/>
            <a:chExt cx="1266362" cy="943259"/>
          </a:xfrm>
        </p:grpSpPr>
        <p:sp>
          <p:nvSpPr>
            <p:cNvPr id="32" name="Freeform 32"/>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33" name="TextBox 33"/>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34" name="Group 34"/>
          <p:cNvGrpSpPr/>
          <p:nvPr/>
        </p:nvGrpSpPr>
        <p:grpSpPr>
          <a:xfrm>
            <a:off x="6632305" y="1943100"/>
            <a:ext cx="4859128" cy="3619359"/>
            <a:chOff x="0" y="0"/>
            <a:chExt cx="1266362" cy="943259"/>
          </a:xfrm>
        </p:grpSpPr>
        <p:sp>
          <p:nvSpPr>
            <p:cNvPr id="35" name="Freeform 35"/>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36" name="TextBox 36"/>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37" name="Group 37"/>
          <p:cNvGrpSpPr/>
          <p:nvPr/>
        </p:nvGrpSpPr>
        <p:grpSpPr>
          <a:xfrm>
            <a:off x="6632305" y="5829159"/>
            <a:ext cx="4859128" cy="3619359"/>
            <a:chOff x="0" y="0"/>
            <a:chExt cx="1266362" cy="943259"/>
          </a:xfrm>
        </p:grpSpPr>
        <p:sp>
          <p:nvSpPr>
            <p:cNvPr id="38" name="Freeform 38"/>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39" name="TextBox 39"/>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sp>
        <p:nvSpPr>
          <p:cNvPr id="40" name="TextBox 40"/>
          <p:cNvSpPr txBox="1"/>
          <p:nvPr/>
        </p:nvSpPr>
        <p:spPr>
          <a:xfrm>
            <a:off x="2502287" y="6178631"/>
            <a:ext cx="3637491" cy="290901"/>
          </a:xfrm>
          <a:prstGeom prst="rect">
            <a:avLst/>
          </a:prstGeom>
        </p:spPr>
        <p:txBody>
          <a:bodyPr lIns="0" tIns="0" rIns="0" bIns="0" rtlCol="0" anchor="t">
            <a:spAutoFit/>
          </a:bodyPr>
          <a:lstStyle/>
          <a:p>
            <a:pPr algn="l">
              <a:lnSpc>
                <a:spcPts val="2195"/>
              </a:lnSpc>
            </a:pPr>
            <a:r>
              <a:rPr lang="en-US" sz="1926" b="1">
                <a:solidFill>
                  <a:srgbClr val="FFFFFF"/>
                </a:solidFill>
                <a:latin typeface="Arial"/>
                <a:ea typeface="Poppins Semi-Bold"/>
                <a:cs typeface="Poppins Semi-Bold"/>
                <a:sym typeface="Poppins Semi-Bold"/>
              </a:rPr>
              <a:t/>
            </a:r>
          </a:p>
        </p:txBody>
      </p:sp>
      <p:sp>
        <p:nvSpPr>
          <p:cNvPr id="41" name="TextBox 41"/>
          <p:cNvSpPr txBox="1"/>
          <p:nvPr/>
        </p:nvSpPr>
        <p:spPr>
          <a:xfrm>
            <a:off x="7530527" y="5952984"/>
            <a:ext cx="3637491" cy="567126"/>
          </a:xfrm>
          <a:prstGeom prst="rect">
            <a:avLst/>
          </a:prstGeom>
        </p:spPr>
        <p:txBody>
          <a:bodyPr lIns="0" tIns="0" rIns="0" bIns="0" rtlCol="0" anchor="t">
            <a:spAutoFit/>
          </a:bodyPr>
          <a:lstStyle/>
          <a:p>
            <a:pPr algn="l">
              <a:lnSpc>
                <a:spcPts val="2195"/>
              </a:lnSpc>
            </a:pPr>
            <a:r>
              <a:rPr lang="en-US" sz="1926" b="1">
                <a:solidFill>
                  <a:srgbClr val="FFFFFF"/>
                </a:solidFill>
                <a:latin typeface="Arial"/>
                <a:ea typeface="Poppins Semi-Bold"/>
                <a:cs typeface="Poppins Semi-Bold"/>
                <a:sym typeface="Poppins Semi-Bold"/>
              </a:rPr>
              <a:t/>
            </a:r>
          </a:p>
        </p:txBody>
      </p:sp>
      <p:sp>
        <p:nvSpPr>
          <p:cNvPr id="42" name="TextBox 42"/>
          <p:cNvSpPr txBox="1"/>
          <p:nvPr/>
        </p:nvSpPr>
        <p:spPr>
          <a:xfrm>
            <a:off x="1898965" y="6651874"/>
            <a:ext cx="4240813" cy="2966720"/>
          </a:xfrm>
          <a:prstGeom prst="rect">
            <a:avLst/>
          </a:prstGeom>
        </p:spPr>
        <p:txBody>
          <a:bodyPr lIns="0" tIns="0" rIns="0" bIns="0" rtlCol="0" anchor="t">
            <a:spAutoFit/>
          </a:bodyPr>
          <a:lstStyle/>
          <a:p>
            <a:pPr algn="l">
              <a:lnSpc>
                <a:spcPts val="2380"/>
              </a:lnSpc>
            </a:pPr>
            <a:r>
              <a:rPr lang="en-US" sz="1700" spc="78">
                <a:solidFill>
                  <a:srgbClr val="FFFFFF"/>
                </a:solidFill>
                <a:latin typeface="Arial"/>
                <a:ea typeface="Poppins Thin"/>
                <a:cs typeface="Poppins Thin"/>
                <a:sym typeface="Poppins Thin"/>
              </a:rPr>
              <a:t/>
            </a:r>
          </a:p>
          <a:p>
            <a:pPr marL="0" lvl="0" indent="0" algn="l">
              <a:lnSpc>
                <a:spcPts val="2380"/>
              </a:lnSpc>
              <a:spcBef>
                <a:spcPct val="0"/>
              </a:spcBef>
            </a:pPr>
            <a:endParaRPr lang="en-US" sz="1700" spc="78">
              <a:solidFill>
                <a:srgbClr val="FFFFFF"/>
              </a:solidFill>
              <a:latin typeface="Poppins Thin"/>
              <a:ea typeface="Poppins Thin"/>
              <a:cs typeface="Poppins Thin"/>
              <a:sym typeface="Poppins Thin"/>
            </a:endParaRPr>
          </a:p>
        </p:txBody>
      </p:sp>
      <p:sp>
        <p:nvSpPr>
          <p:cNvPr id="43" name="TextBox 43"/>
          <p:cNvSpPr txBox="1"/>
          <p:nvPr/>
        </p:nvSpPr>
        <p:spPr>
          <a:xfrm>
            <a:off x="6929418" y="6901110"/>
            <a:ext cx="4403764" cy="1490345"/>
          </a:xfrm>
          <a:prstGeom prst="rect">
            <a:avLst/>
          </a:prstGeom>
        </p:spPr>
        <p:txBody>
          <a:bodyPr lIns="0" tIns="0" rIns="0" bIns="0" rtlCol="0" anchor="t">
            <a:spAutoFit/>
          </a:bodyPr>
          <a:lstStyle/>
          <a:p>
            <a:pPr marL="0" lvl="0" indent="0" algn="l">
              <a:lnSpc>
                <a:spcPts val="2380"/>
              </a:lnSpc>
              <a:spcBef>
                <a:spcPct val="0"/>
              </a:spcBef>
            </a:pPr>
            <a:r>
              <a:rPr lang="en-US" sz="1700" spc="78">
                <a:solidFill>
                  <a:srgbClr val="FFFFFF"/>
                </a:solidFill>
                <a:latin typeface="Arial"/>
                <a:ea typeface="Poppins Thin"/>
                <a:cs typeface="Poppins Thin"/>
                <a:sym typeface="Poppins Thin"/>
              </a:rPr>
              <a:t/>
            </a:r>
          </a:p>
        </p:txBody>
      </p:sp>
      <p:grpSp>
        <p:nvGrpSpPr>
          <p:cNvPr id="44" name="Group 44"/>
          <p:cNvGrpSpPr/>
          <p:nvPr/>
        </p:nvGrpSpPr>
        <p:grpSpPr>
          <a:xfrm>
            <a:off x="1604065" y="5829159"/>
            <a:ext cx="4859128" cy="3619359"/>
            <a:chOff x="0" y="0"/>
            <a:chExt cx="1266362" cy="943259"/>
          </a:xfrm>
        </p:grpSpPr>
        <p:sp>
          <p:nvSpPr>
            <p:cNvPr id="45" name="Freeform 45"/>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46" name="TextBox 46"/>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47" name="Group 47"/>
          <p:cNvGrpSpPr/>
          <p:nvPr/>
        </p:nvGrpSpPr>
        <p:grpSpPr>
          <a:xfrm>
            <a:off x="6632305" y="5829159"/>
            <a:ext cx="4859128" cy="3619359"/>
            <a:chOff x="0" y="0"/>
            <a:chExt cx="1266362" cy="943259"/>
          </a:xfrm>
        </p:grpSpPr>
        <p:sp>
          <p:nvSpPr>
            <p:cNvPr id="48" name="Freeform 48"/>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49" name="TextBox 49"/>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50" name="Group 50"/>
          <p:cNvGrpSpPr/>
          <p:nvPr/>
        </p:nvGrpSpPr>
        <p:grpSpPr>
          <a:xfrm>
            <a:off x="1896644" y="2294224"/>
            <a:ext cx="4240813" cy="2848046"/>
            <a:chOff x="0" y="0"/>
            <a:chExt cx="5654417" cy="3797395"/>
          </a:xfrm>
        </p:grpSpPr>
        <p:sp>
          <p:nvSpPr>
            <p:cNvPr id="51" name="TextBox 51"/>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dirty="0">
                  <a:solidFill>
                    <a:srgbClr val="FFFFFF"/>
                  </a:solidFill>
                  <a:latin typeface="Arial"/>
                  <a:ea typeface="Poppins Bold"/>
                  <a:cs typeface="Poppins Bold"/>
                  <a:sym typeface="Poppins Bold"/>
                </a:rPr>
                <a:t>Karar Merkezi</a:t>
              </a:r>
              <a:r>
                <a:rPr lang="en-US" sz="1926" b="1" dirty="0" err="1">
                  <a:solidFill>
                    <a:srgbClr val="FFFFFF"/>
                  </a:solidFill>
                  <a:latin typeface="Poppins Bold"/>
                  <a:ea typeface="Poppins Bold"/>
                  <a:cs typeface="Poppins Bold"/>
                  <a:sym typeface="Poppins Bold"/>
                </a:rPr>
                <a:t/>
              </a:r>
              <a:endParaRPr lang="en-US" sz="1926" b="1" dirty="0">
                <a:solidFill>
                  <a:srgbClr val="FFFFFF"/>
                </a:solidFill>
                <a:latin typeface="Poppins Bold"/>
                <a:ea typeface="Poppins Bold"/>
                <a:cs typeface="Poppins Bold"/>
                <a:sym typeface="Poppins Bold"/>
              </a:endParaRPr>
            </a:p>
          </p:txBody>
        </p:sp>
        <p:sp>
          <p:nvSpPr>
            <p:cNvPr id="52" name="TextBox 52"/>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dirty="0">
                  <a:solidFill>
                    <a:srgbClr val="FFFFFF"/>
                  </a:solidFill>
                  <a:latin typeface="Arial"/>
                  <a:ea typeface="Poppins"/>
                  <a:cs typeface="Poppins"/>
                  <a:sym typeface="Poppins"/>
                </a:rPr>
                <a:t>Kanal dağılımı, pencere alarmı, fazla stok</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p>
          </p:txBody>
        </p:sp>
      </p:grpSp>
      <p:grpSp>
        <p:nvGrpSpPr>
          <p:cNvPr id="53" name="Group 53"/>
          <p:cNvGrpSpPr/>
          <p:nvPr/>
        </p:nvGrpSpPr>
        <p:grpSpPr>
          <a:xfrm>
            <a:off x="11824808" y="1943100"/>
            <a:ext cx="4859128" cy="3619359"/>
            <a:chOff x="0" y="0"/>
            <a:chExt cx="1266362" cy="943259"/>
          </a:xfrm>
        </p:grpSpPr>
        <p:sp>
          <p:nvSpPr>
            <p:cNvPr id="54" name="Freeform 54"/>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55" name="TextBox 55"/>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56" name="Group 56"/>
          <p:cNvGrpSpPr/>
          <p:nvPr/>
        </p:nvGrpSpPr>
        <p:grpSpPr>
          <a:xfrm>
            <a:off x="11824808" y="5829159"/>
            <a:ext cx="4859128" cy="3619359"/>
            <a:chOff x="0" y="0"/>
            <a:chExt cx="1266362" cy="943259"/>
          </a:xfrm>
        </p:grpSpPr>
        <p:sp>
          <p:nvSpPr>
            <p:cNvPr id="57" name="Freeform 57"/>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58" name="TextBox 58"/>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59" name="Group 59"/>
          <p:cNvGrpSpPr/>
          <p:nvPr/>
        </p:nvGrpSpPr>
        <p:grpSpPr>
          <a:xfrm>
            <a:off x="7050020" y="2294224"/>
            <a:ext cx="4240813" cy="2848046"/>
            <a:chOff x="0" y="0"/>
            <a:chExt cx="5654417" cy="3797395"/>
          </a:xfrm>
        </p:grpSpPr>
        <p:sp>
          <p:nvSpPr>
            <p:cNvPr id="60" name="TextBox 60"/>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Arial"/>
                  <a:ea typeface="Poppins Bold"/>
                  <a:cs typeface="Poppins Bold"/>
                  <a:sym typeface="Poppins Bold"/>
                </a:rPr>
                <a:t>Watchlist</a:t>
              </a:r>
            </a:p>
          </p:txBody>
        </p:sp>
        <p:sp>
          <p:nvSpPr>
            <p:cNvPr id="61" name="TextBox 61"/>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Arial"/>
                  <a:ea typeface="Poppins"/>
                  <a:cs typeface="Poppins"/>
                  <a:sym typeface="Poppins"/>
                </a:rPr>
                <a:t>Risk sırası + önerilen aksiyon</a:t>
              </a:r>
            </a:p>
          </p:txBody>
        </p:sp>
      </p:grpSp>
      <p:grpSp>
        <p:nvGrpSpPr>
          <p:cNvPr id="62" name="Group 62"/>
          <p:cNvGrpSpPr/>
          <p:nvPr/>
        </p:nvGrpSpPr>
        <p:grpSpPr>
          <a:xfrm>
            <a:off x="12203397" y="2294224"/>
            <a:ext cx="4240813" cy="2848046"/>
            <a:chOff x="0" y="0"/>
            <a:chExt cx="5654417" cy="3797395"/>
          </a:xfrm>
        </p:grpSpPr>
        <p:sp>
          <p:nvSpPr>
            <p:cNvPr id="63" name="TextBox 63"/>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Arial"/>
                  <a:ea typeface="Poppins Bold"/>
                  <a:cs typeface="Poppins Bold"/>
                  <a:sym typeface="Poppins Bold"/>
                </a:rPr>
                <a:t>Öngörü &amp; AI</a:t>
              </a:r>
            </a:p>
          </p:txBody>
        </p:sp>
        <p:sp>
          <p:nvSpPr>
            <p:cNvPr id="64" name="TextBox 64"/>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Arial"/>
                  <a:ea typeface="Poppins"/>
                  <a:cs typeface="Poppins"/>
                  <a:sym typeface="Poppins"/>
                </a:rPr>
                <a:t>Segment tahmini + cold-start</a:t>
              </a:r>
            </a:p>
          </p:txBody>
        </p:sp>
      </p:grpSp>
      <p:grpSp>
        <p:nvGrpSpPr>
          <p:cNvPr id="65" name="Group 65"/>
          <p:cNvGrpSpPr/>
          <p:nvPr/>
        </p:nvGrpSpPr>
        <p:grpSpPr>
          <a:xfrm>
            <a:off x="1870217" y="6178631"/>
            <a:ext cx="4240813" cy="2848046"/>
            <a:chOff x="0" y="0"/>
            <a:chExt cx="5654417" cy="3797395"/>
          </a:xfrm>
        </p:grpSpPr>
        <p:sp>
          <p:nvSpPr>
            <p:cNvPr id="66" name="TextBox 66"/>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Arial"/>
                  <a:ea typeface="Poppins Bold"/>
                  <a:cs typeface="Poppins Bold"/>
                  <a:sym typeface="Poppins Bold"/>
                </a:rPr>
                <a:t>Harita</a:t>
              </a:r>
            </a:p>
          </p:txBody>
        </p:sp>
        <p:sp>
          <p:nvSpPr>
            <p:cNvPr id="67" name="TextBox 67"/>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Arial"/>
                  <a:ea typeface="Poppins"/>
                  <a:cs typeface="Poppins"/>
                  <a:sym typeface="Poppins"/>
                </a:rPr>
                <a:t>25 istasyon, krizin ağa etkisi</a:t>
              </a:r>
            </a:p>
          </p:txBody>
        </p:sp>
      </p:grpSp>
      <p:grpSp>
        <p:nvGrpSpPr>
          <p:cNvPr id="68" name="Group 68"/>
          <p:cNvGrpSpPr/>
          <p:nvPr/>
        </p:nvGrpSpPr>
        <p:grpSpPr>
          <a:xfrm>
            <a:off x="7023594" y="6178631"/>
            <a:ext cx="4240813" cy="2848046"/>
            <a:chOff x="0" y="0"/>
            <a:chExt cx="5654417" cy="3797395"/>
          </a:xfrm>
        </p:grpSpPr>
        <p:sp>
          <p:nvSpPr>
            <p:cNvPr id="69" name="TextBox 69"/>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Arial"/>
                  <a:ea typeface="Poppins Bold"/>
                  <a:cs typeface="Poppins Bold"/>
                  <a:sym typeface="Poppins Bold"/>
                </a:rPr>
                <a:t>Senaryo</a:t>
              </a:r>
            </a:p>
          </p:txBody>
        </p:sp>
        <p:sp>
          <p:nvSpPr>
            <p:cNvPr id="70" name="TextBox 70"/>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Arial"/>
                  <a:ea typeface="Poppins"/>
                  <a:cs typeface="Poppins"/>
                  <a:sym typeface="Poppins"/>
                </a:rPr>
                <a:t>Kriz ve parametreler tek ekranda</a:t>
              </a:r>
            </a:p>
          </p:txBody>
        </p:sp>
      </p:grpSp>
      <p:grpSp>
        <p:nvGrpSpPr>
          <p:cNvPr id="71" name="Group 71"/>
          <p:cNvGrpSpPr/>
          <p:nvPr/>
        </p:nvGrpSpPr>
        <p:grpSpPr>
          <a:xfrm>
            <a:off x="12176970" y="6178631"/>
            <a:ext cx="4240813" cy="2848046"/>
            <a:chOff x="0" y="0"/>
            <a:chExt cx="5654417" cy="3797395"/>
          </a:xfrm>
        </p:grpSpPr>
        <p:sp>
          <p:nvSpPr>
            <p:cNvPr id="72" name="TextBox 72"/>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Arial"/>
                  <a:ea typeface="Poppins Bold"/>
                  <a:cs typeface="Poppins Bold"/>
                  <a:sym typeface="Poppins Bold"/>
                </a:rPr>
                <a:t>Doğrulanmış Çekirdek</a:t>
              </a:r>
            </a:p>
          </p:txBody>
        </p:sp>
        <p:sp>
          <p:nvSpPr>
            <p:cNvPr id="73" name="TextBox 73"/>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Arial"/>
                  <a:ea typeface="Poppins"/>
                  <a:cs typeface="Poppins"/>
                  <a:sym typeface="Poppins"/>
                </a:rPr>
                <a:t>Float %97, geri test binde 4</a:t>
              </a:r>
            </a:p>
          </p:txBody>
        </p:sp>
      </p:grpSp>
      <p:sp>
        <p:nvSpPr>
          <p:cNvPr id="75" name="Title 74">
            <a:extLst>
              <a:ext uri="{FF2B5EF4-FFF2-40B4-BE49-F238E27FC236}">
                <a16:creationId xmlns:a16="http://schemas.microsoft.com/office/drawing/2014/main" id="{D6D58E3C-84C0-46E8-9CC0-9F447F34845A}"/>
              </a:ext>
            </a:extLst>
          </p:cNvPr>
          <p:cNvSpPr>
            <a:spLocks noGrp="1"/>
          </p:cNvSpPr>
          <p:nvPr>
            <p:ph type="title"/>
          </p:nvPr>
        </p:nvSpPr>
        <p:spPr/>
        <p:txBody>
          <a:bodyPr/>
          <a:lstStyle/>
          <a:p>
            <a:r>
              <a:rPr lang="tr-TR" dirty="0" b="1">
                <a:latin typeface="Arial"/>
              </a:rPr>
              <a:t>Prototip: Tek Dosyalık Canlı Dashboard</a:t>
            </a:r>
          </a:p>
        </p:txBody>
      </p:sp>
      <p:sp>
        <p:nvSpPr>
          <p:cNvPr id="76" name="Rectangle 75"/>
          <p:cNvSpPr/>
          <p:nvPr/>
        </p:nvSpPr>
        <p:spPr>
          <a:xfrm>
            <a:off x="2184680" y="3140044"/>
            <a:ext cx="3666744" cy="1984248"/>
          </a:xfrm>
          <a:prstGeom prst="rect">
            <a:avLst/>
          </a:prstGeom>
          <a:solidFill>
            <a:srgbClr val="2A1740"/>
          </a:solidFill>
          <a:ln w="9525">
            <a:solidFill>
              <a:srgbClr val="8A6BB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7" name="Picture 76" descr="karar.png"/>
          <p:cNvPicPr>
            <a:picLocks noChangeAspect="1"/>
          </p:cNvPicPr>
          <p:nvPr/>
        </p:nvPicPr>
        <p:blipFill>
          <a:blip r:embed="rId2"/>
          <a:stretch>
            <a:fillRect/>
          </a:stretch>
        </p:blipFill>
        <p:spPr>
          <a:xfrm>
            <a:off x="2234972" y="3190336"/>
            <a:ext cx="3566160" cy="1883664"/>
          </a:xfrm>
          <a:prstGeom prst="rect">
            <a:avLst/>
          </a:prstGeom>
          <a:ln w="9525">
            <a:solidFill>
              <a:srgbClr val="D8DCE0"/>
            </a:solidFill>
          </a:ln>
        </p:spPr>
      </p:pic>
      <p:sp>
        <p:nvSpPr>
          <p:cNvPr id="78" name="Rectangle 77"/>
          <p:cNvSpPr/>
          <p:nvPr/>
        </p:nvSpPr>
        <p:spPr>
          <a:xfrm>
            <a:off x="7338055" y="3140044"/>
            <a:ext cx="3666744" cy="1984248"/>
          </a:xfrm>
          <a:prstGeom prst="rect">
            <a:avLst/>
          </a:prstGeom>
          <a:solidFill>
            <a:srgbClr val="2A1740"/>
          </a:solidFill>
          <a:ln w="9525">
            <a:solidFill>
              <a:srgbClr val="8A6BB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9" name="Picture 78" descr="watch.png"/>
          <p:cNvPicPr>
            <a:picLocks noChangeAspect="1"/>
          </p:cNvPicPr>
          <p:nvPr/>
        </p:nvPicPr>
        <p:blipFill>
          <a:blip r:embed="rId3"/>
          <a:stretch>
            <a:fillRect/>
          </a:stretch>
        </p:blipFill>
        <p:spPr>
          <a:xfrm>
            <a:off x="7388347" y="3190336"/>
            <a:ext cx="3566160" cy="1883664"/>
          </a:xfrm>
          <a:prstGeom prst="rect">
            <a:avLst/>
          </a:prstGeom>
          <a:ln w="9525">
            <a:solidFill>
              <a:srgbClr val="D8DCE0"/>
            </a:solidFill>
          </a:ln>
        </p:spPr>
      </p:pic>
      <p:sp>
        <p:nvSpPr>
          <p:cNvPr id="80" name="Rectangle 79"/>
          <p:cNvSpPr/>
          <p:nvPr/>
        </p:nvSpPr>
        <p:spPr>
          <a:xfrm>
            <a:off x="12491433" y="3140044"/>
            <a:ext cx="3666744" cy="1984248"/>
          </a:xfrm>
          <a:prstGeom prst="rect">
            <a:avLst/>
          </a:prstGeom>
          <a:solidFill>
            <a:srgbClr val="2A1740"/>
          </a:solidFill>
          <a:ln w="9525">
            <a:solidFill>
              <a:srgbClr val="8A6BB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1" name="Picture 80" descr="ongoru.png"/>
          <p:cNvPicPr>
            <a:picLocks noChangeAspect="1"/>
          </p:cNvPicPr>
          <p:nvPr/>
        </p:nvPicPr>
        <p:blipFill>
          <a:blip r:embed="rId4"/>
          <a:stretch>
            <a:fillRect/>
          </a:stretch>
        </p:blipFill>
        <p:spPr>
          <a:xfrm>
            <a:off x="12541724" y="3190336"/>
            <a:ext cx="3566160" cy="1883664"/>
          </a:xfrm>
          <a:prstGeom prst="rect">
            <a:avLst/>
          </a:prstGeom>
          <a:ln w="9525">
            <a:solidFill>
              <a:srgbClr val="D8DCE0"/>
            </a:solidFill>
          </a:ln>
        </p:spPr>
      </p:pic>
      <p:sp>
        <p:nvSpPr>
          <p:cNvPr id="82" name="Rectangle 81"/>
          <p:cNvSpPr/>
          <p:nvPr/>
        </p:nvSpPr>
        <p:spPr>
          <a:xfrm>
            <a:off x="2158253" y="7024451"/>
            <a:ext cx="3666744" cy="1984248"/>
          </a:xfrm>
          <a:prstGeom prst="rect">
            <a:avLst/>
          </a:prstGeom>
          <a:solidFill>
            <a:srgbClr val="2A1740"/>
          </a:solidFill>
          <a:ln w="9525">
            <a:solidFill>
              <a:srgbClr val="8A6BB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3" name="Picture 82" descr="harita.png"/>
          <p:cNvPicPr>
            <a:picLocks noChangeAspect="1"/>
          </p:cNvPicPr>
          <p:nvPr/>
        </p:nvPicPr>
        <p:blipFill>
          <a:blip r:embed="rId5"/>
          <a:stretch>
            <a:fillRect/>
          </a:stretch>
        </p:blipFill>
        <p:spPr>
          <a:xfrm>
            <a:off x="2208545" y="7074743"/>
            <a:ext cx="3566160" cy="1883664"/>
          </a:xfrm>
          <a:prstGeom prst="rect">
            <a:avLst/>
          </a:prstGeom>
          <a:ln w="9525">
            <a:solidFill>
              <a:srgbClr val="D8DCE0"/>
            </a:solidFill>
          </a:ln>
        </p:spPr>
      </p:pic>
      <p:sp>
        <p:nvSpPr>
          <p:cNvPr id="84" name="Rectangle 83"/>
          <p:cNvSpPr/>
          <p:nvPr/>
        </p:nvSpPr>
        <p:spPr>
          <a:xfrm>
            <a:off x="7311629" y="7024451"/>
            <a:ext cx="3666744" cy="1984248"/>
          </a:xfrm>
          <a:prstGeom prst="rect">
            <a:avLst/>
          </a:prstGeom>
          <a:solidFill>
            <a:srgbClr val="2A1740"/>
          </a:solidFill>
          <a:ln w="9525">
            <a:solidFill>
              <a:srgbClr val="8A6BB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5" name="Picture 84" descr="senaryo.png"/>
          <p:cNvPicPr>
            <a:picLocks noChangeAspect="1"/>
          </p:cNvPicPr>
          <p:nvPr/>
        </p:nvPicPr>
        <p:blipFill>
          <a:blip r:embed="rId6"/>
          <a:stretch>
            <a:fillRect/>
          </a:stretch>
        </p:blipFill>
        <p:spPr>
          <a:xfrm>
            <a:off x="7361921" y="7074743"/>
            <a:ext cx="3566160" cy="1883664"/>
          </a:xfrm>
          <a:prstGeom prst="rect">
            <a:avLst/>
          </a:prstGeom>
          <a:ln w="9525">
            <a:solidFill>
              <a:srgbClr val="D8DCE0"/>
            </a:solidFill>
          </a:ln>
        </p:spPr>
      </p:pic>
      <p:sp>
        <p:nvSpPr>
          <p:cNvPr id="86" name="Rectangle 85"/>
          <p:cNvSpPr/>
          <p:nvPr/>
        </p:nvSpPr>
        <p:spPr>
          <a:xfrm>
            <a:off x="12465006" y="7024451"/>
            <a:ext cx="3666744" cy="1984248"/>
          </a:xfrm>
          <a:prstGeom prst="rect">
            <a:avLst/>
          </a:prstGeom>
          <a:solidFill>
            <a:srgbClr val="2A1740"/>
          </a:solidFill>
          <a:ln w="9525">
            <a:solidFill>
              <a:srgbClr val="8A6BB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7" name="Picture 86" descr="cekirdek.png"/>
          <p:cNvPicPr>
            <a:picLocks noChangeAspect="1"/>
          </p:cNvPicPr>
          <p:nvPr/>
        </p:nvPicPr>
        <p:blipFill>
          <a:blip r:embed="rId7"/>
          <a:stretch>
            <a:fillRect/>
          </a:stretch>
        </p:blipFill>
        <p:spPr>
          <a:xfrm>
            <a:off x="12515298" y="7074743"/>
            <a:ext cx="3566160" cy="1883664"/>
          </a:xfrm>
          <a:prstGeom prst="rect">
            <a:avLst/>
          </a:prstGeom>
          <a:ln w="9525">
            <a:solidFill>
              <a:srgbClr val="D8DCE0"/>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218"/>
        </a:solidFill>
        <a:effectLst/>
      </p:bgPr>
    </p:bg>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E7718AC1-ADD5-4499-8129-F3636A526937}"/>
              </a:ext>
            </a:extLst>
          </p:cNvPr>
          <p:cNvSpPr>
            <a:spLocks noGrp="1"/>
          </p:cNvSpPr>
          <p:nvPr>
            <p:ph type="title"/>
          </p:nvPr>
        </p:nvSpPr>
        <p:spPr/>
        <p:txBody>
          <a:bodyPr/>
          <a:lstStyle/>
          <a:p>
            <a:r>
              <a:rPr lang="tr-TR" dirty="0" b="1">
                <a:latin typeface="Arial"/>
              </a:rPr>
              <a:t>Öngörü Motoru ve Copilot</a:t>
            </a:r>
          </a:p>
        </p:txBody>
      </p:sp>
      <p:sp>
        <p:nvSpPr>
          <p:cNvPr id="30" name="Rounded Rectangle 29"/>
          <p:cNvSpPr/>
          <p:nvPr/>
        </p:nvSpPr>
        <p:spPr>
          <a:xfrm>
            <a:off x="548640" y="2103120"/>
            <a:ext cx="2697480" cy="1417320"/>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2800" b="1">
                <a:solidFill>
                  <a:srgbClr val="5CD6BE"/>
                </a:solidFill>
                <a:latin typeface="Arial"/>
              </a:rPr>
              <a:t>1 YIL</a:t>
            </a:r>
          </a:p>
          <a:p>
            <a:pPr algn="ctr"/>
            <a:r>
              <a:rPr sz="1250" b="0">
                <a:solidFill>
                  <a:srgbClr val="CBBCE6"/>
                </a:solidFill>
                <a:latin typeface="Arial"/>
              </a:rPr>
              <a:t>sipariş planı</a:t>
            </a:r>
          </a:p>
        </p:txBody>
      </p:sp>
      <p:sp>
        <p:nvSpPr>
          <p:cNvPr id="31" name="Rounded Rectangle 30"/>
          <p:cNvSpPr/>
          <p:nvPr/>
        </p:nvSpPr>
        <p:spPr>
          <a:xfrm>
            <a:off x="3474720" y="2103120"/>
            <a:ext cx="2697480" cy="1417320"/>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2800" b="1">
                <a:solidFill>
                  <a:srgbClr val="F2B34C"/>
                </a:solidFill>
                <a:latin typeface="Arial"/>
              </a:rPr>
              <a:t>5 YIL</a:t>
            </a:r>
          </a:p>
          <a:p>
            <a:pPr algn="ctr"/>
            <a:r>
              <a:rPr sz="1250" b="0">
                <a:solidFill>
                  <a:srgbClr val="CBBCE6"/>
                </a:solidFill>
                <a:latin typeface="Arial"/>
              </a:rPr>
              <a:t>bütçe ve filo</a:t>
            </a:r>
          </a:p>
        </p:txBody>
      </p:sp>
      <p:sp>
        <p:nvSpPr>
          <p:cNvPr id="32" name="Rounded Rectangle 31"/>
          <p:cNvSpPr/>
          <p:nvPr/>
        </p:nvSpPr>
        <p:spPr>
          <a:xfrm>
            <a:off x="6400800" y="2103120"/>
            <a:ext cx="2697480" cy="1417320"/>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2800" b="1">
                <a:solidFill>
                  <a:srgbClr val="E85BD0"/>
                </a:solidFill>
                <a:latin typeface="Arial"/>
              </a:rPr>
              <a:t>10 YIL</a:t>
            </a:r>
          </a:p>
          <a:p>
            <a:pPr algn="ctr"/>
            <a:r>
              <a:rPr sz="1250" b="0">
                <a:solidFill>
                  <a:srgbClr val="CBBCE6"/>
                </a:solidFill>
                <a:latin typeface="Arial"/>
              </a:rPr>
              <a:t>kabiliyet yatırımı</a:t>
            </a:r>
          </a:p>
        </p:txBody>
      </p:sp>
      <p:sp>
        <p:nvSpPr>
          <p:cNvPr id="33" name="Rounded Rectangle 32"/>
          <p:cNvSpPr/>
          <p:nvPr/>
        </p:nvSpPr>
        <p:spPr>
          <a:xfrm>
            <a:off x="548640" y="4069080"/>
            <a:ext cx="1874519" cy="777240"/>
          </a:xfrm>
          <a:prstGeom prst="roundRect">
            <a:avLst>
              <a:gd name="adj" fmla="val 22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İstatistik tabanı</a:t>
            </a:r>
          </a:p>
        </p:txBody>
      </p:sp>
      <p:sp>
        <p:nvSpPr>
          <p:cNvPr id="34" name="Rounded Rectangle 33"/>
          <p:cNvSpPr/>
          <p:nvPr/>
        </p:nvSpPr>
        <p:spPr>
          <a:xfrm>
            <a:off x="2788920" y="4069080"/>
            <a:ext cx="1874519" cy="777240"/>
          </a:xfrm>
          <a:prstGeom prst="roundRect">
            <a:avLst>
              <a:gd name="adj" fmla="val 22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AI düzeltmesi</a:t>
            </a:r>
          </a:p>
        </p:txBody>
      </p:sp>
      <p:sp>
        <p:nvSpPr>
          <p:cNvPr id="35" name="TextBox 34"/>
          <p:cNvSpPr txBox="1"/>
          <p:nvPr/>
        </p:nvSpPr>
        <p:spPr>
          <a:xfrm>
            <a:off x="2359152" y="4224528"/>
            <a:ext cx="457200" cy="457200"/>
          </a:xfrm>
          <a:prstGeom prst="rect">
            <a:avLst/>
          </a:prstGeom>
          <a:noFill/>
        </p:spPr>
        <p:txBody>
          <a:bodyPr wrap="square">
            <a:spAutoFit/>
          </a:bodyPr>
          <a:lstStyle/>
          <a:p>
            <a:pPr>
              <a:spcAft>
                <a:spcPts val="500"/>
              </a:spcAft>
            </a:pPr>
            <a:r>
              <a:rPr sz="2000" b="1">
                <a:solidFill>
                  <a:srgbClr val="9C8AC0"/>
                </a:solidFill>
                <a:latin typeface="Arial"/>
              </a:rPr>
              <a:t>→</a:t>
            </a:r>
          </a:p>
        </p:txBody>
      </p:sp>
      <p:sp>
        <p:nvSpPr>
          <p:cNvPr id="36" name="Rounded Rectangle 35"/>
          <p:cNvSpPr/>
          <p:nvPr/>
        </p:nvSpPr>
        <p:spPr>
          <a:xfrm>
            <a:off x="5029200" y="4069080"/>
            <a:ext cx="1874519" cy="777240"/>
          </a:xfrm>
          <a:prstGeom prst="roundRect">
            <a:avLst>
              <a:gd name="adj" fmla="val 22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İnsan onayı</a:t>
            </a:r>
          </a:p>
        </p:txBody>
      </p:sp>
      <p:sp>
        <p:nvSpPr>
          <p:cNvPr id="37" name="TextBox 36"/>
          <p:cNvSpPr txBox="1"/>
          <p:nvPr/>
        </p:nvSpPr>
        <p:spPr>
          <a:xfrm>
            <a:off x="4599432" y="4224528"/>
            <a:ext cx="457200" cy="457200"/>
          </a:xfrm>
          <a:prstGeom prst="rect">
            <a:avLst/>
          </a:prstGeom>
          <a:noFill/>
        </p:spPr>
        <p:txBody>
          <a:bodyPr wrap="square">
            <a:spAutoFit/>
          </a:bodyPr>
          <a:lstStyle/>
          <a:p>
            <a:pPr>
              <a:spcAft>
                <a:spcPts val="500"/>
              </a:spcAft>
            </a:pPr>
            <a:r>
              <a:rPr sz="2000" b="1">
                <a:solidFill>
                  <a:srgbClr val="9C8AC0"/>
                </a:solidFill>
                <a:latin typeface="Arial"/>
              </a:rPr>
              <a:t>→</a:t>
            </a:r>
          </a:p>
        </p:txBody>
      </p:sp>
      <p:sp>
        <p:nvSpPr>
          <p:cNvPr id="38" name="Rounded Rectangle 37"/>
          <p:cNvSpPr/>
          <p:nvPr/>
        </p:nvSpPr>
        <p:spPr>
          <a:xfrm>
            <a:off x="7269480" y="4069080"/>
            <a:ext cx="1874519" cy="777240"/>
          </a:xfrm>
          <a:prstGeom prst="roundRect">
            <a:avLst>
              <a:gd name="adj" fmla="val 22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Geri bildirim</a:t>
            </a:r>
          </a:p>
        </p:txBody>
      </p:sp>
      <p:sp>
        <p:nvSpPr>
          <p:cNvPr id="39" name="TextBox 38"/>
          <p:cNvSpPr txBox="1"/>
          <p:nvPr/>
        </p:nvSpPr>
        <p:spPr>
          <a:xfrm>
            <a:off x="6839712" y="4224528"/>
            <a:ext cx="457200" cy="457200"/>
          </a:xfrm>
          <a:prstGeom prst="rect">
            <a:avLst/>
          </a:prstGeom>
          <a:noFill/>
        </p:spPr>
        <p:txBody>
          <a:bodyPr wrap="square">
            <a:spAutoFit/>
          </a:bodyPr>
          <a:lstStyle/>
          <a:p>
            <a:pPr>
              <a:spcAft>
                <a:spcPts val="500"/>
              </a:spcAft>
            </a:pPr>
            <a:r>
              <a:rPr sz="2000" b="1">
                <a:solidFill>
                  <a:srgbClr val="9C8AC0"/>
                </a:solidFill>
                <a:latin typeface="Arial"/>
              </a:rPr>
              <a:t>→</a:t>
            </a:r>
          </a:p>
        </p:txBody>
      </p:sp>
      <p:sp>
        <p:nvSpPr>
          <p:cNvPr id="40" name="TextBox 39"/>
          <p:cNvSpPr txBox="1"/>
          <p:nvPr/>
        </p:nvSpPr>
        <p:spPr>
          <a:xfrm>
            <a:off x="548640" y="5047488"/>
            <a:ext cx="8549640" cy="777240"/>
          </a:xfrm>
          <a:prstGeom prst="rect">
            <a:avLst/>
          </a:prstGeom>
          <a:noFill/>
        </p:spPr>
        <p:txBody>
          <a:bodyPr wrap="square">
            <a:spAutoFit/>
          </a:bodyPr>
          <a:lstStyle/>
          <a:p>
            <a:pPr>
              <a:spcAft>
                <a:spcPts val="500"/>
              </a:spcAft>
            </a:pPr>
            <a:r>
              <a:rPr sz="1250" b="0">
                <a:solidFill>
                  <a:srgbClr val="9C8AC0"/>
                </a:solidFill>
                <a:latin typeface="Arial"/>
              </a:rPr>
              <a:t>Kabul oranı modeli eğitir ve otomasyon eşiğini belirler. Geçmişi olmayan parça benzerinden başlar.</a:t>
            </a:r>
          </a:p>
          <a:p>
            <a:pPr>
              <a:spcAft>
                <a:spcPts val="500"/>
              </a:spcAft>
            </a:pPr>
            <a:r>
              <a:rPr sz="1250" b="0">
                <a:solidFill>
                  <a:srgbClr val="CBBCE6"/>
                </a:solidFill>
                <a:latin typeface="Arial"/>
              </a:rPr>
              <a:t>AI bugün öneri modunda, kararı klasik yöntem verir.</a:t>
            </a:r>
          </a:p>
        </p:txBody>
      </p:sp>
      <p:sp>
        <p:nvSpPr>
          <p:cNvPr id="41" name="Rounded Rectangle 40"/>
          <p:cNvSpPr/>
          <p:nvPr/>
        </p:nvSpPr>
        <p:spPr>
          <a:xfrm>
            <a:off x="548640" y="6053328"/>
            <a:ext cx="2697480" cy="1417320"/>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3000" b="1">
                <a:solidFill>
                  <a:srgbClr val="5CD6BE"/>
                </a:solidFill>
                <a:latin typeface="Arial"/>
              </a:rPr>
              <a:t>%97</a:t>
            </a:r>
          </a:p>
          <a:p>
            <a:pPr algn="ctr"/>
            <a:r>
              <a:rPr sz="1250" b="0">
                <a:solidFill>
                  <a:srgbClr val="CBBCE6"/>
                </a:solidFill>
                <a:latin typeface="Arial"/>
              </a:rPr>
              <a:t>float saha uyumu</a:t>
            </a:r>
          </a:p>
        </p:txBody>
      </p:sp>
      <p:sp>
        <p:nvSpPr>
          <p:cNvPr id="42" name="Rounded Rectangle 41"/>
          <p:cNvSpPr/>
          <p:nvPr/>
        </p:nvSpPr>
        <p:spPr>
          <a:xfrm>
            <a:off x="3474720" y="6053328"/>
            <a:ext cx="2697480" cy="1417320"/>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2600" b="1">
                <a:solidFill>
                  <a:srgbClr val="5CD6BE"/>
                </a:solidFill>
                <a:latin typeface="Arial"/>
              </a:rPr>
              <a:t>binde 4</a:t>
            </a:r>
          </a:p>
          <a:p>
            <a:pPr algn="ctr"/>
            <a:r>
              <a:rPr sz="1250" b="0">
                <a:solidFill>
                  <a:srgbClr val="CBBCE6"/>
                </a:solidFill>
                <a:latin typeface="Arial"/>
              </a:rPr>
              <a:t>geri test hatası</a:t>
            </a:r>
          </a:p>
        </p:txBody>
      </p:sp>
      <p:sp>
        <p:nvSpPr>
          <p:cNvPr id="43" name="Rounded Rectangle 42"/>
          <p:cNvSpPr/>
          <p:nvPr/>
        </p:nvSpPr>
        <p:spPr>
          <a:xfrm>
            <a:off x="6400800" y="6053328"/>
            <a:ext cx="2697480" cy="1417320"/>
          </a:xfrm>
          <a:prstGeom prst="roundRect">
            <a:avLst>
              <a:gd name="adj" fmla="val 100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r>
              <a:rPr sz="3000" b="1">
                <a:solidFill>
                  <a:srgbClr val="5CD6BE"/>
                </a:solidFill>
                <a:latin typeface="Arial"/>
              </a:rPr>
              <a:t>%99,5</a:t>
            </a:r>
          </a:p>
          <a:p>
            <a:pPr algn="ctr"/>
            <a:r>
              <a:rPr sz="1250" b="0">
                <a:solidFill>
                  <a:srgbClr val="CBBCE6"/>
                </a:solidFill>
                <a:latin typeface="Arial"/>
              </a:rPr>
              <a:t>simülasyon uyumu</a:t>
            </a:r>
          </a:p>
        </p:txBody>
      </p:sp>
      <p:sp>
        <p:nvSpPr>
          <p:cNvPr id="44" name="TextBox 43"/>
          <p:cNvSpPr txBox="1"/>
          <p:nvPr/>
        </p:nvSpPr>
        <p:spPr>
          <a:xfrm>
            <a:off x="9646920" y="2103120"/>
            <a:ext cx="7635240" cy="457200"/>
          </a:xfrm>
          <a:prstGeom prst="rect">
            <a:avLst/>
          </a:prstGeom>
          <a:noFill/>
        </p:spPr>
        <p:txBody>
          <a:bodyPr wrap="square">
            <a:spAutoFit/>
          </a:bodyPr>
          <a:lstStyle/>
          <a:p>
            <a:pPr>
              <a:spcAft>
                <a:spcPts val="500"/>
              </a:spcAft>
            </a:pPr>
            <a:r>
              <a:rPr sz="1600" b="1">
                <a:solidFill>
                  <a:srgbClr val="E85BD0"/>
                </a:solidFill>
                <a:latin typeface="Arial"/>
              </a:rPr>
              <a:t>Copilot · ikinci faz vizyonu</a:t>
            </a:r>
          </a:p>
        </p:txBody>
      </p:sp>
      <p:sp>
        <p:nvSpPr>
          <p:cNvPr id="45" name="Rounded Rectangle 44"/>
          <p:cNvSpPr/>
          <p:nvPr/>
        </p:nvSpPr>
        <p:spPr>
          <a:xfrm>
            <a:off x="10607040" y="2743200"/>
            <a:ext cx="6675120" cy="1051560"/>
          </a:xfrm>
          <a:prstGeom prst="roundRect">
            <a:avLst>
              <a:gd name="adj" fmla="val 16000"/>
            </a:avLst>
          </a:prstGeom>
          <a:solidFill>
            <a:srgbClr val="371F52"/>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ctr"/>
            <a:r>
              <a:rPr sz="1100" b="1">
                <a:solidFill>
                  <a:srgbClr val="9C8AC0"/>
                </a:solidFill>
                <a:latin typeface="Arial"/>
              </a:rPr>
              <a:t>OPERATÖR  </a:t>
            </a:r>
            <a:r>
              <a:rPr sz="1350" b="0">
                <a:solidFill>
                  <a:srgbClr val="FFFFFF"/>
                </a:solidFill>
                <a:latin typeface="Arial"/>
              </a:rPr>
              <a:t>TC-JSA yarın İzmir’e uçacak. Riskli parçası var mı?</a:t>
            </a:r>
          </a:p>
        </p:txBody>
      </p:sp>
      <p:sp>
        <p:nvSpPr>
          <p:cNvPr id="46" name="Rounded Rectangle 45"/>
          <p:cNvSpPr/>
          <p:nvPr/>
        </p:nvSpPr>
        <p:spPr>
          <a:xfrm>
            <a:off x="9646920" y="4023360"/>
            <a:ext cx="6675120" cy="1600200"/>
          </a:xfrm>
          <a:prstGeom prst="roundRect">
            <a:avLst>
              <a:gd name="adj" fmla="val 16000"/>
            </a:avLst>
          </a:prstGeom>
          <a:solidFill>
            <a:srgbClr val="432663"/>
          </a:solidFill>
          <a:ln w="15240">
            <a:solidFill>
              <a:srgbClr val="E85BD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ctr"/>
            <a:r>
              <a:rPr sz="1100" b="1">
                <a:solidFill>
                  <a:srgbClr val="E85BD0"/>
                </a:solidFill>
                <a:latin typeface="Arial"/>
              </a:rPr>
              <a:t>COPILOT  </a:t>
            </a:r>
            <a:r>
              <a:rPr sz="1350" b="0">
                <a:solidFill>
                  <a:srgbClr val="FFFFFF"/>
                </a:solidFill>
                <a:latin typeface="Arial"/>
              </a:rPr>
              <a:t>3 parça kırmızıda. PN-101741 için öneri: havuzdan değişim, 3 gün. Gerekçe ve geçmiş katkısı ekli.</a:t>
            </a:r>
          </a:p>
        </p:txBody>
      </p:sp>
      <p:sp>
        <p:nvSpPr>
          <p:cNvPr id="47" name="Rounded Rectangle 46"/>
          <p:cNvSpPr/>
          <p:nvPr/>
        </p:nvSpPr>
        <p:spPr>
          <a:xfrm>
            <a:off x="10607040" y="5852160"/>
            <a:ext cx="6675120" cy="1051560"/>
          </a:xfrm>
          <a:prstGeom prst="roundRect">
            <a:avLst>
              <a:gd name="adj" fmla="val 16000"/>
            </a:avLst>
          </a:prstGeom>
          <a:solidFill>
            <a:srgbClr val="371F52"/>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ctr"/>
            <a:r>
              <a:rPr sz="1100" b="1">
                <a:solidFill>
                  <a:srgbClr val="9C8AC0"/>
                </a:solidFill>
                <a:latin typeface="Arial"/>
              </a:rPr>
              <a:t>OPERATÖR  </a:t>
            </a:r>
            <a:r>
              <a:rPr sz="1350" b="0">
                <a:solidFill>
                  <a:srgbClr val="FFFFFF"/>
                </a:solidFill>
                <a:latin typeface="Arial"/>
              </a:rPr>
              <a:t>Onayla. Raporu vardiya notuna ekle.</a:t>
            </a:r>
          </a:p>
        </p:txBody>
      </p:sp>
      <p:sp>
        <p:nvSpPr>
          <p:cNvPr id="48" name="TextBox 47"/>
          <p:cNvSpPr txBox="1"/>
          <p:nvPr/>
        </p:nvSpPr>
        <p:spPr>
          <a:xfrm>
            <a:off x="9646920" y="7022592"/>
            <a:ext cx="7635240" cy="822960"/>
          </a:xfrm>
          <a:prstGeom prst="rect">
            <a:avLst/>
          </a:prstGeom>
          <a:noFill/>
        </p:spPr>
        <p:txBody>
          <a:bodyPr wrap="square">
            <a:spAutoFit/>
          </a:bodyPr>
          <a:lstStyle/>
          <a:p>
            <a:pPr>
              <a:spcAft>
                <a:spcPts val="500"/>
              </a:spcAft>
            </a:pPr>
            <a:r>
              <a:rPr sz="1300" b="0">
                <a:solidFill>
                  <a:srgbClr val="CBBCE6"/>
                </a:solidFill>
                <a:latin typeface="Arial"/>
              </a:rPr>
              <a:t>Ayrık sistemlerin üzerinde tek soru-cevap yüzeyi. Her cevap loglanır,</a:t>
            </a:r>
          </a:p>
          <a:p>
            <a:pPr>
              <a:spcAft>
                <a:spcPts val="500"/>
              </a:spcAft>
            </a:pPr>
            <a:r>
              <a:rPr sz="1300" b="0">
                <a:solidFill>
                  <a:srgbClr val="CBBCE6"/>
                </a:solidFill>
                <a:latin typeface="Arial"/>
              </a:rPr>
              <a:t>merkezi rapor formatına düşer. Mimari mikroservis.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1">
            <a:extLst>
              <a:ext uri="{FF2B5EF4-FFF2-40B4-BE49-F238E27FC236}">
                <a16:creationId xmlns:a16="http://schemas.microsoft.com/office/drawing/2014/main" id="{2ED4C533-4AB7-3A49-D674-7EF861C21E70}"/>
              </a:ext>
            </a:extLst>
          </p:cNvPr>
          <p:cNvSpPr txBox="1">
            <a:spLocks/>
          </p:cNvSpPr>
          <p:nvPr/>
        </p:nvSpPr>
        <p:spPr>
          <a:xfrm>
            <a:off x="483800" y="456595"/>
            <a:ext cx="9344550" cy="1143000"/>
          </a:xfrm>
          <a:prstGeom prst="rect">
            <a:avLst/>
          </a:prstGeom>
        </p:spPr>
        <p:txBody>
          <a:bodyPr vert="horz" lIns="91440" tIns="45720" rIns="91440" bIns="45720" rtlCol="0" anchor="ctr">
            <a:normAutofit/>
          </a:bodyPr>
          <a:lstStyle>
            <a:lvl1pPr>
              <a:spcBef>
                <a:spcPct val="0"/>
              </a:spcBef>
              <a:buNone/>
              <a:defRPr sz="4400" b="1">
                <a:solidFill>
                  <a:schemeClr val="bg1"/>
                </a:solidFill>
                <a:latin typeface="Poppins Bold" panose="00000800000000000000" charset="0"/>
                <a:ea typeface="+mj-ea"/>
                <a:cs typeface="Poppins Bold" panose="00000800000000000000" charset="0"/>
              </a:defRPr>
            </a:lvl1pPr>
          </a:lstStyle>
          <a:p>
            <a:r>
              <a:rPr lang="tr-TR" dirty="0" b="1">
                <a:latin typeface="Arial"/>
              </a:rPr>
              <a:t>Önceliklendirme, Kriz Dayanıklılığı ve Başarı Ölçütü</a:t>
            </a:r>
          </a:p>
        </p:txBody>
      </p:sp>
      <p:sp>
        <p:nvSpPr>
          <p:cNvPr id="5" name="Rounded Rectangle 4"/>
          <p:cNvSpPr/>
          <p:nvPr/>
        </p:nvSpPr>
        <p:spPr>
          <a:xfrm>
            <a:off x="347472" y="1938527"/>
            <a:ext cx="5797296" cy="7278624"/>
          </a:xfrm>
          <a:prstGeom prst="roundRect">
            <a:avLst>
              <a:gd name="adj" fmla="val 55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5394960" cy="6949440"/>
          </a:xfrm>
          <a:prstGeom prst="rect">
            <a:avLst/>
          </a:prstGeom>
          <a:noFill/>
        </p:spPr>
        <p:txBody>
          <a:bodyPr wrap="square">
            <a:spAutoFit/>
          </a:bodyPr>
          <a:lstStyle/>
          <a:p>
            <a:pPr>
              <a:spcAft>
                <a:spcPts val="500"/>
              </a:spcAft>
            </a:pPr>
            <a:r>
              <a:rPr sz="1500" b="1">
                <a:solidFill>
                  <a:srgbClr val="E85BD0"/>
                </a:solidFill>
                <a:latin typeface="Arial"/>
              </a:rPr>
              <a:t>ÖNCELİK</a:t>
            </a:r>
          </a:p>
          <a:p>
            <a:pPr>
              <a:spcAft>
                <a:spcPts val="500"/>
              </a:spcAft>
            </a:pPr>
            <a:r>
              <a:rPr sz="4000" b="1">
                <a:solidFill>
                  <a:srgbClr val="FFFFFF"/>
                </a:solidFill>
                <a:latin typeface="Arial"/>
              </a:rPr>
              <a:t>12,1 M$/yıl</a:t>
            </a:r>
          </a:p>
          <a:p>
            <a:pPr>
              <a:spcAft>
                <a:spcPts val="500"/>
              </a:spcAft>
            </a:pPr>
            <a:r>
              <a:rPr sz="1300" b="0">
                <a:solidFill>
                  <a:srgbClr val="CBBCE6"/>
                </a:solidFill>
                <a:latin typeface="Arial"/>
              </a:rPr>
              <a:t>kabiliyet yatırımının getirisi, 547 parça</a:t>
            </a:r>
          </a:p>
          <a:p>
            <a:pPr>
              <a:spcAft>
                <a:spcPts val="500"/>
              </a:spcAft>
            </a:pPr>
            <a:r>
              <a:rPr sz="1300" b="0">
                <a:solidFill>
                  <a:srgbClr val="CBBCE6"/>
                </a:solidFill>
                <a:latin typeface="Arial"/>
              </a:rPr>
              <a:t>Üç para akışı: 67,8 · 23,3→39,0 · 52,0 M$. Her alım, risk başına kazanca göre sıralanır.</a:t>
            </a:r>
          </a:p>
        </p:txBody>
      </p:sp>
      <p:sp>
        <p:nvSpPr>
          <p:cNvPr id="7" name="Rounded Rectangle 6"/>
          <p:cNvSpPr/>
          <p:nvPr/>
        </p:nvSpPr>
        <p:spPr>
          <a:xfrm>
            <a:off x="6336792" y="1938527"/>
            <a:ext cx="5797296" cy="7278624"/>
          </a:xfrm>
          <a:prstGeom prst="roundRect">
            <a:avLst>
              <a:gd name="adj" fmla="val 55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2103120"/>
            <a:ext cx="5394960" cy="6949440"/>
          </a:xfrm>
          <a:prstGeom prst="rect">
            <a:avLst/>
          </a:prstGeom>
          <a:noFill/>
        </p:spPr>
        <p:txBody>
          <a:bodyPr wrap="square">
            <a:spAutoFit/>
          </a:bodyPr>
          <a:lstStyle/>
          <a:p>
            <a:pPr>
              <a:spcAft>
                <a:spcPts val="500"/>
              </a:spcAft>
            </a:pPr>
            <a:r>
              <a:rPr sz="1500" b="1">
                <a:solidFill>
                  <a:srgbClr val="E85BD0"/>
                </a:solidFill>
                <a:latin typeface="Arial"/>
              </a:rPr>
              <a:t>KRİZ PROVASI</a:t>
            </a:r>
          </a:p>
          <a:p>
            <a:pPr>
              <a:spcAft>
                <a:spcPts val="500"/>
              </a:spcAft>
            </a:pPr>
            <a:r>
              <a:rPr sz="4000" b="1">
                <a:solidFill>
                  <a:srgbClr val="FFFFFF"/>
                </a:solidFill>
                <a:latin typeface="Arial"/>
              </a:rPr>
              <a:t>134 → 477</a:t>
            </a:r>
          </a:p>
          <a:p>
            <a:pPr>
              <a:spcAft>
                <a:spcPts val="500"/>
              </a:spcAft>
            </a:pPr>
            <a:r>
              <a:rPr sz="1300" b="0">
                <a:solidFill>
                  <a:srgbClr val="CBBCE6"/>
                </a:solidFill>
                <a:latin typeface="Arial"/>
              </a:rPr>
              <a:t>motor krizinde kırmızı liste, tek tıkla</a:t>
            </a:r>
          </a:p>
          <a:p>
            <a:pPr>
              <a:spcAft>
                <a:spcPts val="500"/>
              </a:spcAft>
            </a:pPr>
            <a:r>
              <a:rPr sz="1300" b="0">
                <a:solidFill>
                  <a:srgbClr val="CBBCE6"/>
                </a:solidFill>
                <a:latin typeface="Arial"/>
              </a:rPr>
              <a:t>Simülasyon aynı senaryoda 796 parça ve 39,4 M$ ek ihtiyaç gösterir. Plan her çeyrek prova edilir.</a:t>
            </a:r>
          </a:p>
        </p:txBody>
      </p:sp>
      <p:sp>
        <p:nvSpPr>
          <p:cNvPr id="9" name="Rounded Rectangle 8"/>
          <p:cNvSpPr/>
          <p:nvPr/>
        </p:nvSpPr>
        <p:spPr>
          <a:xfrm>
            <a:off x="12326111" y="1938527"/>
            <a:ext cx="5522976" cy="7278624"/>
          </a:xfrm>
          <a:prstGeom prst="roundRect">
            <a:avLst>
              <a:gd name="adj" fmla="val 55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527280" y="2103120"/>
            <a:ext cx="5120640" cy="6949440"/>
          </a:xfrm>
          <a:prstGeom prst="rect">
            <a:avLst/>
          </a:prstGeom>
          <a:noFill/>
        </p:spPr>
        <p:txBody>
          <a:bodyPr wrap="square">
            <a:spAutoFit/>
          </a:bodyPr>
          <a:lstStyle/>
          <a:p>
            <a:pPr>
              <a:spcAft>
                <a:spcPts val="500"/>
              </a:spcAft>
            </a:pPr>
            <a:r>
              <a:rPr sz="1500" b="1">
                <a:solidFill>
                  <a:srgbClr val="E85BD0"/>
                </a:solidFill>
                <a:latin typeface="Arial"/>
              </a:rPr>
              <a:t>BAŞARI ÖLÇÜTÜ</a:t>
            </a:r>
          </a:p>
          <a:p>
            <a:pPr>
              <a:spcAft>
                <a:spcPts val="500"/>
              </a:spcAft>
            </a:pPr>
            <a:r>
              <a:rPr sz="4000" b="1">
                <a:solidFill>
                  <a:srgbClr val="FFFFFF"/>
                </a:solidFill>
                <a:latin typeface="Arial"/>
              </a:rPr>
              <a:t>72 → 0</a:t>
            </a:r>
          </a:p>
          <a:p>
            <a:pPr>
              <a:spcAft>
                <a:spcPts val="500"/>
              </a:spcAft>
            </a:pPr>
            <a:r>
              <a:rPr sz="1300" b="0">
                <a:solidFill>
                  <a:srgbClr val="CBBCE6"/>
                </a:solidFill>
                <a:latin typeface="Arial"/>
              </a:rPr>
              <a:t>siparişsiz kritik parça ilk fazda sıfırlanır</a:t>
            </a:r>
          </a:p>
          <a:p>
            <a:pPr>
              <a:spcAft>
                <a:spcPts val="500"/>
              </a:spcAft>
            </a:pPr>
            <a:r>
              <a:rPr sz="1300" b="0">
                <a:solidFill>
                  <a:srgbClr val="CBBCE6"/>
                </a:solidFill>
                <a:latin typeface="Arial"/>
              </a:rPr>
              <a:t>Ana ölçüt: parça yüzünden yerde bekleyen uçak oranının düşmesi. Kritik karşılama %97-98 üstünde tutulur.</a:t>
            </a:r>
          </a:p>
        </p:txBody>
      </p:sp>
      <p:pic>
        <p:nvPicPr>
          <p:cNvPr id="11" name="Picture 10" descr="s6_taps.png"/>
          <p:cNvPicPr>
            <a:picLocks noChangeAspect="1"/>
          </p:cNvPicPr>
          <p:nvPr/>
        </p:nvPicPr>
        <p:blipFill>
          <a:blip r:embed="rId2"/>
          <a:stretch>
            <a:fillRect/>
          </a:stretch>
        </p:blipFill>
        <p:spPr>
          <a:xfrm>
            <a:off x="1005840" y="5669280"/>
            <a:ext cx="4480560" cy="2770632"/>
          </a:xfrm>
          <a:prstGeom prst="rect">
            <a:avLst/>
          </a:prstGeom>
        </p:spPr>
      </p:pic>
      <p:pic>
        <p:nvPicPr>
          <p:cNvPr id="12" name="Picture 11" descr="s6_kriz.png"/>
          <p:cNvPicPr>
            <a:picLocks noChangeAspect="1"/>
          </p:cNvPicPr>
          <p:nvPr/>
        </p:nvPicPr>
        <p:blipFill>
          <a:blip r:embed="rId3"/>
          <a:stretch>
            <a:fillRect/>
          </a:stretch>
        </p:blipFill>
        <p:spPr>
          <a:xfrm>
            <a:off x="6995160" y="5669280"/>
            <a:ext cx="4480560" cy="2770632"/>
          </a:xfrm>
          <a:prstGeom prst="rect">
            <a:avLst/>
          </a:prstGeom>
        </p:spPr>
      </p:pic>
      <p:pic>
        <p:nvPicPr>
          <p:cNvPr id="13" name="Picture 12" descr="s6_basari.png"/>
          <p:cNvPicPr>
            <a:picLocks noChangeAspect="1"/>
          </p:cNvPicPr>
          <p:nvPr/>
        </p:nvPicPr>
        <p:blipFill>
          <a:blip r:embed="rId4"/>
          <a:stretch>
            <a:fillRect/>
          </a:stretch>
        </p:blipFill>
        <p:spPr>
          <a:xfrm>
            <a:off x="12938760" y="5669280"/>
            <a:ext cx="4297680" cy="2752344"/>
          </a:xfrm>
          <a:prstGeom prst="rect">
            <a:avLst/>
          </a:prstGeom>
        </p:spPr>
      </p:pic>
    </p:spTree>
    <p:extLst>
      <p:ext uri="{BB962C8B-B14F-4D97-AF65-F5344CB8AC3E}">
        <p14:creationId xmlns:p14="http://schemas.microsoft.com/office/powerpoint/2010/main" val="12516168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C1D52"/>
        </a:solidFill>
        <a:effectLst/>
      </p:bgPr>
    </p:bg>
    <p:spTree>
      <p:nvGrpSpPr>
        <p:cNvPr id="1" name=""/>
        <p:cNvGrpSpPr/>
        <p:nvPr/>
      </p:nvGrpSpPr>
      <p:grpSpPr>
        <a:xfrm>
          <a:off x="0" y="0"/>
          <a:ext cx="0" cy="0"/>
          <a:chOff x="0" y="0"/>
          <a:chExt cx="0" cy="0"/>
        </a:xfrm>
      </p:grpSpPr>
      <p:sp>
        <p:nvSpPr>
          <p:cNvPr id="2" name="TextBox 1"/>
          <p:cNvSpPr txBox="1"/>
          <p:nvPr/>
        </p:nvSpPr>
        <p:spPr>
          <a:xfrm>
            <a:off x="1097280" y="1554480"/>
            <a:ext cx="16093440" cy="2194560"/>
          </a:xfrm>
          <a:prstGeom prst="rect">
            <a:avLst/>
          </a:prstGeom>
          <a:noFill/>
        </p:spPr>
        <p:txBody>
          <a:bodyPr wrap="square">
            <a:spAutoFit/>
          </a:bodyPr>
          <a:lstStyle/>
          <a:p>
            <a:pPr>
              <a:spcAft>
                <a:spcPts val="500"/>
              </a:spcAft>
            </a:pPr>
            <a:r>
              <a:rPr sz="2600" b="1">
                <a:solidFill>
                  <a:srgbClr val="FFFFFF"/>
                </a:solidFill>
                <a:latin typeface="Arial"/>
              </a:rPr>
              <a:t>Catalyst · komponent envanteri için uçtan uca karar katmanı</a:t>
            </a:r>
          </a:p>
          <a:p>
            <a:pPr>
              <a:spcAft>
                <a:spcPts val="500"/>
              </a:spcAft>
            </a:pPr>
            <a:r>
              <a:rPr sz="1800" b="0">
                <a:solidFill>
                  <a:srgbClr val="CBBCE6"/>
                </a:solidFill>
                <a:latin typeface="Arial"/>
              </a:rPr>
              <a:t>Tahmin, alarm, aksiyon ve senaryo tek platformda. Tüm sayılar yeniden üretilebilir.</a:t>
            </a:r>
          </a:p>
        </p:txBody>
      </p:sp>
      <p:sp>
        <p:nvSpPr>
          <p:cNvPr id="3" name="Rounded Rectangle 2"/>
          <p:cNvSpPr/>
          <p:nvPr/>
        </p:nvSpPr>
        <p:spPr>
          <a:xfrm>
            <a:off x="896112" y="4544568"/>
            <a:ext cx="8449056" cy="3438144"/>
          </a:xfrm>
          <a:prstGeom prst="roundRect">
            <a:avLst>
              <a:gd name="adj" fmla="val 55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709160"/>
            <a:ext cx="8046720" cy="3108960"/>
          </a:xfrm>
          <a:prstGeom prst="rect">
            <a:avLst/>
          </a:prstGeom>
          <a:noFill/>
        </p:spPr>
        <p:txBody>
          <a:bodyPr wrap="square">
            <a:spAutoFit/>
          </a:bodyPr>
          <a:lstStyle/>
          <a:p>
            <a:pPr>
              <a:spcAft>
                <a:spcPts val="500"/>
              </a:spcAft>
            </a:pPr>
            <a:r>
              <a:rPr sz="1500" b="1">
                <a:solidFill>
                  <a:srgbClr val="E85BD0"/>
                </a:solidFill>
                <a:latin typeface="Arial"/>
              </a:rPr>
              <a:t>RİSKLER VE KARŞILIKLARI</a:t>
            </a:r>
          </a:p>
          <a:p>
            <a:pPr>
              <a:spcAft>
                <a:spcPts val="500"/>
              </a:spcAft>
            </a:pPr>
            <a:r>
              <a:rPr sz="1400" b="0">
                <a:solidFill>
                  <a:srgbClr val="CBBCE6"/>
                </a:solidFill>
                <a:latin typeface="Arial"/>
              </a:rPr>
              <a:t>Veri kalitesi → faz geçişi ölçüte bağlı</a:t>
            </a:r>
          </a:p>
          <a:p>
            <a:pPr>
              <a:spcAft>
                <a:spcPts val="500"/>
              </a:spcAft>
            </a:pPr>
            <a:r>
              <a:rPr sz="1400" b="0">
                <a:solidFill>
                  <a:srgbClr val="CBBCE6"/>
                </a:solidFill>
                <a:latin typeface="Arial"/>
              </a:rPr>
              <a:t>Model hatası → öneri modu, eşiksiz otomasyon yok</a:t>
            </a:r>
          </a:p>
          <a:p>
            <a:pPr>
              <a:spcAft>
                <a:spcPts val="500"/>
              </a:spcAft>
            </a:pPr>
            <a:r>
              <a:rPr sz="1400" b="0">
                <a:solidFill>
                  <a:srgbClr val="CBBCE6"/>
                </a:solidFill>
                <a:latin typeface="Arial"/>
              </a:rPr>
              <a:t>Benimseme → uyarı önerisiyle gelir, geri bildirim ölçülür</a:t>
            </a:r>
          </a:p>
          <a:p>
            <a:pPr>
              <a:spcAft>
                <a:spcPts val="500"/>
              </a:spcAft>
            </a:pPr>
            <a:r>
              <a:rPr sz="1400" b="0">
                <a:solidFill>
                  <a:srgbClr val="CBBCE6"/>
                </a:solidFill>
                <a:latin typeface="Arial"/>
              </a:rPr>
              <a:t>Entegrasyon → salt okunur, hiçbir kaynağa yazılmaz</a:t>
            </a:r>
          </a:p>
        </p:txBody>
      </p:sp>
      <p:sp>
        <p:nvSpPr>
          <p:cNvPr id="5" name="TextBox 4"/>
          <p:cNvSpPr txBox="1"/>
          <p:nvPr/>
        </p:nvSpPr>
        <p:spPr>
          <a:xfrm>
            <a:off x="1097280" y="8732520"/>
            <a:ext cx="16093440" cy="822960"/>
          </a:xfrm>
          <a:prstGeom prst="rect">
            <a:avLst/>
          </a:prstGeom>
          <a:noFill/>
        </p:spPr>
        <p:txBody>
          <a:bodyPr wrap="square">
            <a:spAutoFit/>
          </a:bodyPr>
          <a:lstStyle/>
          <a:p>
            <a:pPr>
              <a:spcAft>
                <a:spcPts val="500"/>
              </a:spcAft>
            </a:pPr>
            <a:r>
              <a:rPr sz="1500" b="0">
                <a:solidFill>
                  <a:srgbClr val="CBBCE6"/>
                </a:solidFill>
                <a:latin typeface="Arial"/>
              </a:rPr>
              <a:t>Canlı demo ve tüm sayıların yeniden üretimi için hazırız  ·  Grup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2CE1E3FE0C01D54A87C70E2BF977E270" ma:contentTypeVersion="7" ma:contentTypeDescription="Yeni belge oluşturun." ma:contentTypeScope="" ma:versionID="29a5349e0f798aae68fe3c4020c37b51">
  <xsd:schema xmlns:xsd="http://www.w3.org/2001/XMLSchema" xmlns:xs="http://www.w3.org/2001/XMLSchema" xmlns:p="http://schemas.microsoft.com/office/2006/metadata/properties" xmlns:ns2="96915b1a-16ed-49c5-840b-d635c360daf3" targetNamespace="http://schemas.microsoft.com/office/2006/metadata/properties" ma:root="true" ma:fieldsID="3135bb095a10b3c87f1ffdea0eb2a1bf" ns2:_="">
    <xsd:import namespace="96915b1a-16ed-49c5-840b-d635c360daf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915b1a-16ed-49c5-840b-d635c360da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AC10EA-245A-415B-918F-539DB0265E82}"/>
</file>

<file path=customXml/itemProps2.xml><?xml version="1.0" encoding="utf-8"?>
<ds:datastoreItem xmlns:ds="http://schemas.openxmlformats.org/officeDocument/2006/customXml" ds:itemID="{EAAF031C-E53C-4C2E-8CD5-7D8A48378DBB}">
  <ds:schemaRefs>
    <ds:schemaRef ds:uri="http://schemas.microsoft.com/office/2006/metadata/properties"/>
    <ds:schemaRef ds:uri="http://schemas.microsoft.com/office/infopath/2007/PartnerControls"/>
    <ds:schemaRef ds:uri="f283dca3-71b7-4198-b50d-6ed96f6ac6c9"/>
    <ds:schemaRef ds:uri="ee289c5a-4b87-45fa-b5f5-c39abd7e0d6e"/>
  </ds:schemaRefs>
</ds:datastoreItem>
</file>

<file path=customXml/itemProps3.xml><?xml version="1.0" encoding="utf-8"?>
<ds:datastoreItem xmlns:ds="http://schemas.openxmlformats.org/officeDocument/2006/customXml" ds:itemID="{97C8B4AE-54BB-4FA3-9025-4AC34513C73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11597</TotalTime>
  <Words>432</Words>
  <Application>Microsoft Office PowerPoint</Application>
  <PresentationFormat>Özel</PresentationFormat>
  <Paragraphs>81</Paragraphs>
  <Slides>7</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7</vt:i4>
      </vt:variant>
    </vt:vector>
  </HeadingPairs>
  <TitlesOfParts>
    <vt:vector size="14" baseType="lpstr">
      <vt:lpstr>Calibri</vt:lpstr>
      <vt:lpstr>Poppins Bold</vt:lpstr>
      <vt:lpstr>Poppins Thin</vt:lpstr>
      <vt:lpstr>Poppins</vt:lpstr>
      <vt:lpstr>Poppins Semi-Bold</vt:lpstr>
      <vt:lpstr>Arial</vt:lpstr>
      <vt:lpstr>Office Theme</vt:lpstr>
      <vt:lpstr>PowerPoint Sunusu</vt:lpstr>
      <vt:lpstr>BAŞLIK</vt:lpstr>
      <vt:lpstr>BAŞLIK</vt:lpstr>
      <vt:lpstr>Başlık</vt:lpstr>
      <vt:lpstr>BAŞLIK</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Oryantasyon Sunum Şablonu</dc:title>
  <dc:creator>ELIF GUNAY - Insan Kaynaklari Mukemmeliyet Merkezi Mudurlugu</dc:creator>
  <cp:lastModifiedBy>Elif Günay</cp:lastModifiedBy>
  <cp:revision>14</cp:revision>
  <dcterms:created xsi:type="dcterms:W3CDTF">2006-08-16T00:00:00Z</dcterms:created>
  <dcterms:modified xsi:type="dcterms:W3CDTF">2026-04-22T09:22:01Z</dcterms:modified>
  <dc:identifier>DAG7TE8X8lM</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afd3599-0f4f-4f44-ad97-dd2909d383ab_Enabled">
    <vt:lpwstr>true</vt:lpwstr>
  </property>
  <property fmtid="{D5CDD505-2E9C-101B-9397-08002B2CF9AE}" pid="3" name="MSIP_Label_5afd3599-0f4f-4f44-ad97-dd2909d383ab_SetDate">
    <vt:lpwstr>2026-01-06T10:54:10Z</vt:lpwstr>
  </property>
  <property fmtid="{D5CDD505-2E9C-101B-9397-08002B2CF9AE}" pid="4" name="MSIP_Label_5afd3599-0f4f-4f44-ad97-dd2909d383ab_Method">
    <vt:lpwstr>Privileged</vt:lpwstr>
  </property>
  <property fmtid="{D5CDD505-2E9C-101B-9397-08002B2CF9AE}" pid="5" name="MSIP_Label_5afd3599-0f4f-4f44-ad97-dd2909d383ab_Name">
    <vt:lpwstr>Personal</vt:lpwstr>
  </property>
  <property fmtid="{D5CDD505-2E9C-101B-9397-08002B2CF9AE}" pid="6" name="MSIP_Label_5afd3599-0f4f-4f44-ad97-dd2909d383ab_SiteId">
    <vt:lpwstr>745a1b8b-9958-4d1e-ac1c-f741f0ff4eba</vt:lpwstr>
  </property>
  <property fmtid="{D5CDD505-2E9C-101B-9397-08002B2CF9AE}" pid="7" name="MSIP_Label_5afd3599-0f4f-4f44-ad97-dd2909d383ab_ActionId">
    <vt:lpwstr>b7861972-e192-446b-bcad-1cdfbe82ddbd</vt:lpwstr>
  </property>
  <property fmtid="{D5CDD505-2E9C-101B-9397-08002B2CF9AE}" pid="8" name="MSIP_Label_5afd3599-0f4f-4f44-ad97-dd2909d383ab_ContentBits">
    <vt:lpwstr>1</vt:lpwstr>
  </property>
  <property fmtid="{D5CDD505-2E9C-101B-9397-08002B2CF9AE}" pid="9" name="ContentTypeId">
    <vt:lpwstr>0x0101002CE1E3FE0C01D54A87C70E2BF977E270</vt:lpwstr>
  </property>
</Properties>
</file>